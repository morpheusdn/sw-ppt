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15f59d5c744dac" /><Relationship Type="http://schemas.openxmlformats.org/officeDocument/2006/relationships/extended-properties" Target="/docProps/app.xml" Id="Re36aa1bb1d134d6e" /><Relationship Type="http://schemas.openxmlformats.org/officeDocument/2006/relationships/officeDocument" Target="/ppt/presentation.xml" Id="Rb99b1713f96f46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141387794145df"/>
  </p:sldMasterIdLst>
  <p:notesMasterIdLst>
    <p:notesMasterId xmlns:r="http://schemas.openxmlformats.org/officeDocument/2006/relationships" r:id="R0c89795930e04a10"/>
  </p:notesMasterIdLst>
  <p:sldIdLst>
    <p:sldId xmlns:r="http://schemas.openxmlformats.org/officeDocument/2006/relationships" id="256" r:id="R8b1d5f95fdba4f89"/>
    <p:sldId xmlns:r="http://schemas.openxmlformats.org/officeDocument/2006/relationships" id="257" r:id="R2f90a48e449747b5"/>
    <p:sldId xmlns:r="http://schemas.openxmlformats.org/officeDocument/2006/relationships" id="258" r:id="Re0dd0ec36e924299"/>
    <p:sldId xmlns:r="http://schemas.openxmlformats.org/officeDocument/2006/relationships" id="259" r:id="Rfe4bd5fa153f42f3"/>
    <p:sldId xmlns:r="http://schemas.openxmlformats.org/officeDocument/2006/relationships" id="260" r:id="R5ccbbfffcaa44a94"/>
    <p:sldId xmlns:r="http://schemas.openxmlformats.org/officeDocument/2006/relationships" id="261" r:id="R547497f06e8b41ee"/>
    <p:sldId xmlns:r="http://schemas.openxmlformats.org/officeDocument/2006/relationships" id="262" r:id="Rdd5e03404bd74cf6"/>
    <p:sldId xmlns:r="http://schemas.openxmlformats.org/officeDocument/2006/relationships" id="263" r:id="R76095cd26a5d4f34"/>
    <p:sldId xmlns:r="http://schemas.openxmlformats.org/officeDocument/2006/relationships" id="264" r:id="R88e940c5f3b743a2"/>
    <p:sldId xmlns:r="http://schemas.openxmlformats.org/officeDocument/2006/relationships" id="265" r:id="R0d013328d11b44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d3d090620d452f" /><Relationship Type="http://schemas.openxmlformats.org/officeDocument/2006/relationships/slideMaster" Target="/ppt/slideMasters/slideMaster1.xml" Id="R62141387794145df" /><Relationship Type="http://schemas.openxmlformats.org/officeDocument/2006/relationships/notesMaster" Target="/ppt/notesMasters/notesMaster1.xml" Id="R0c89795930e04a10" /><Relationship Type="http://schemas.openxmlformats.org/officeDocument/2006/relationships/presProps" Target="/ppt/presProps.xml" Id="Rd7562b66592c4e07" /><Relationship Type="http://schemas.openxmlformats.org/officeDocument/2006/relationships/tableStyles" Target="/ppt/tableStyles.xml" Id="R8dd39db4dcd34f12" /><Relationship Type="http://schemas.openxmlformats.org/officeDocument/2006/relationships/slide" Target="/ppt/slides/slide1.xml" Id="R8b1d5f95fdba4f89" /><Relationship Type="http://schemas.openxmlformats.org/officeDocument/2006/relationships/slide" Target="/ppt/slides/slide2.xml" Id="R2f90a48e449747b5" /><Relationship Type="http://schemas.openxmlformats.org/officeDocument/2006/relationships/slide" Target="/ppt/slides/slide3.xml" Id="Re0dd0ec36e924299" /><Relationship Type="http://schemas.openxmlformats.org/officeDocument/2006/relationships/slide" Target="/ppt/slides/slide4.xml" Id="Rfe4bd5fa153f42f3" /><Relationship Type="http://schemas.openxmlformats.org/officeDocument/2006/relationships/slide" Target="/ppt/slides/slide5.xml" Id="R5ccbbfffcaa44a94" /><Relationship Type="http://schemas.openxmlformats.org/officeDocument/2006/relationships/slide" Target="/ppt/slides/slide6.xml" Id="R547497f06e8b41ee" /><Relationship Type="http://schemas.openxmlformats.org/officeDocument/2006/relationships/slide" Target="/ppt/slides/slide7.xml" Id="Rdd5e03404bd74cf6" /><Relationship Type="http://schemas.openxmlformats.org/officeDocument/2006/relationships/slide" Target="/ppt/slides/slide8.xml" Id="R76095cd26a5d4f34" /><Relationship Type="http://schemas.openxmlformats.org/officeDocument/2006/relationships/slide" Target="/ppt/slides/slide9.xml" Id="R88e940c5f3b743a2" /><Relationship Type="http://schemas.openxmlformats.org/officeDocument/2006/relationships/slide" Target="/ppt/slides/slide10.xml" Id="R0d013328d11b44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0b0a7812ae49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2dda1f7f024daa" /><Relationship Type="http://schemas.openxmlformats.org/officeDocument/2006/relationships/notesMaster" Target="/ppt/notesMasters/notesMaster1.xml" Id="Rdfa10259537a4a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ef01f91de546e3" /><Relationship Type="http://schemas.openxmlformats.org/officeDocument/2006/relationships/notesMaster" Target="/ppt/notesMasters/notesMaster1.xml" Id="R30fd012289384a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a03641a9074518" /><Relationship Type="http://schemas.openxmlformats.org/officeDocument/2006/relationships/notesMaster" Target="/ppt/notesMasters/notesMaster1.xml" Id="Re4c212ce86624f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2b87e9bb524cb1" /><Relationship Type="http://schemas.openxmlformats.org/officeDocument/2006/relationships/notesMaster" Target="/ppt/notesMasters/notesMaster1.xml" Id="R0fcb0d0882eb44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ec58f60faa4edb" /><Relationship Type="http://schemas.openxmlformats.org/officeDocument/2006/relationships/notesMaster" Target="/ppt/notesMasters/notesMaster1.xml" Id="Rf54fb0db90a84a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947982d09246d9" /><Relationship Type="http://schemas.openxmlformats.org/officeDocument/2006/relationships/notesMaster" Target="/ppt/notesMasters/notesMaster1.xml" Id="R6fb6352e676d46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f80c4d94864614" /><Relationship Type="http://schemas.openxmlformats.org/officeDocument/2006/relationships/notesMaster" Target="/ppt/notesMasters/notesMaster1.xml" Id="R2a600dbca84c43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0abc0e8d7c458a" /><Relationship Type="http://schemas.openxmlformats.org/officeDocument/2006/relationships/notesMaster" Target="/ppt/notesMasters/notesMaster1.xml" Id="R2cd8b7689bcc4b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fb079ddbea47ed" /><Relationship Type="http://schemas.openxmlformats.org/officeDocument/2006/relationships/notesMaster" Target="/ppt/notesMasters/notesMaster1.xml" Id="Rfd97e156e16a48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b6072a6fe34680" /><Relationship Type="http://schemas.openxmlformats.org/officeDocument/2006/relationships/notesMaster" Target="/ppt/notesMasters/notesMaster1.xml" Id="R3d31360ff96d44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本版本使用真实公开 LoCoMo 和本地模型。数据划分为项目预设，动态标准为自建诊断，均与课程官方成绩区分。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先说明用户需求：找到相关内容还不够，还要判断问题的时间条件。三个轮次描述同一过程的不同阶段。当前问题采用面试通过的证据，但旧信息仍可用于历史回溯，不能从存储中删除。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规格为每项功能定义了可检查的行为。导入失败不能破坏旧状态，回答要能回到原始轮次，动态关系只对本次问题生效。工程验收与开放域答案质量分别验证，测试通过不等于问答准确率满分。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  <a:p xmlns:a="http://schemas.openxmlformats.org/drawingml/2006/main">
            <a:r>
              <a:t>需求编号依据正式 SRS v1.0（docs/m3/milestone-3-srs.md）；自动测试不等于 T01–T12 已由团队验收。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数据从原始会话经过适配和抽取进入记忆库。候选检索与动态解析分开，因此可以固定候选比较模块效果。模型在本地 CPU 加载，页面没有 CDN 或外部模型请求。预测和评分是两个独立命令。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这里的规模来自实际解析结果，不是课程平均值相乘。每句原文都保留来源，有限规则提取部分结构化状态，其余观察仍留在记忆库。六段和划分由团队自行选择；本轮按上游顺序确定并保留选择依据。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较晚不自动等于正确。只有同人物、同属性且时间依据可靠的单值变化才能替代旧状态。不同爱好可以并存。计划与未知时间单独标记，保守策略有助于说明不确定性，但真实评测也发现它可能导致过度拒答。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这一页是实际运行截图。现场先查询 Caroline 当前状态，查看三个阶段和 D19:1 原文，再将日期改成 2023-06-01，说明同一记忆库如何返回历史证据。窗口中不是预先写好的演示答案，已使用本地模型执行。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新增测试检查真实来源一致性、QA 与摘要不会改变抽取、真实阶段历史查询、实际神经向量和末尾窗口。浏览器验证还检查点击来源和窄屏。所有证据随 process 保存，不把测试数量作为开放域准确率。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  <a:p xmlns:a="http://schemas.openxmlformats.org/drawingml/2006/main">
            <a:r>
              <a:t>2026-10-22 新克隆环境复测：54 项中 49 项通过，5 项因模型权重未恢复跳过；浏览器证据来自 10/20 归档，本次未重做。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三种方法真实运行在同一机器上。全文方法不预先筛掉历史窗口，但回答形式仍是一个文本跨度。普通向量和动态向量逐题核对候选 ID 一致。题目抽样先固定哈希规则，没有按成绩挑选问题。完整结果在最终报告中分析。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为现场演示预留两分钟，启动和模型加载应在展示前完成。先展示状态变化，再展示来源，最后说明边界。首次安装依赖及恢复权重时需要网络，推理离线。真实团队评审和动态标签复核由团队完成，不以模板代替活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依据：课程 PDF 第 9–13 页、原 M1/M2、真实本地实现和 src/results/real/summary.json。数据 https://github.com/snap-research/locomo 。模型 https://huggingface.co/Xenova/all-MiniLM-L6-v2 与 https://huggingface.co/Xenova/distilbert-base-cased-distilled-squad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e0c69c236942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e4f942771c4c7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5c1ab41144cd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df695f359e4a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70fff76644e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5f22ccb1bf4b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EA96E7-4A0D-4B48-8F11-EFF538E68B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FE63127-8DCB-425E-8E20-5501FA0923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C997DB9-4034-40A1-A666-685D06191F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371580-EED1-430C-93C9-573942AB0D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988758F-34E5-4D55-A5F8-9A8B51C258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250598E-5458-46DC-928D-24534898A3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EFE2E8-B0D4-4727-9988-54920E26DB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B172E53-1E75-44B4-B5F3-738DC1145B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E1545E-E7BA-4219-B3EB-3CE8A7683F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D7D0B6-AAAD-4761-A848-26441247D5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19577142014862" /><Relationship Type="http://schemas.openxmlformats.org/officeDocument/2006/relationships/slideLayout" Target="/ppt/slideLayouts/slideLayout1.xml" Id="Rfce888635b0b434a" /><Relationship Type="http://schemas.openxmlformats.org/officeDocument/2006/relationships/slideLayout" Target="/ppt/slideLayouts/slideLayout2.xml" Id="R4a9389cd50524d25" /><Relationship Type="http://schemas.openxmlformats.org/officeDocument/2006/relationships/slideLayout" Target="/ppt/slideLayouts/slideLayout3.xml" Id="R07935269a95c42d4" /><Relationship Type="http://schemas.openxmlformats.org/officeDocument/2006/relationships/slideLayout" Target="/ppt/slideLayouts/slideLayout4.xml" Id="Rcb9f991382ef44c7" /><Relationship Type="http://schemas.openxmlformats.org/officeDocument/2006/relationships/slideLayout" Target="/ppt/slideLayouts/slideLayout5.xml" Id="R0b7734fa0b6c4c9f" /><Relationship Type="http://schemas.openxmlformats.org/officeDocument/2006/relationships/slideLayout" Target="/ppt/slideLayouts/slideLayout6.xml" Id="R1a9f7a81c8b546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e888635b0b434a"/>
    <p:sldLayoutId xmlns:r="http://schemas.openxmlformats.org/officeDocument/2006/relationships" id="2147483650" r:id="R4a9389cd50524d25"/>
    <p:sldLayoutId xmlns:r="http://schemas.openxmlformats.org/officeDocument/2006/relationships" id="2147483651" r:id="R07935269a95c42d4"/>
    <p:sldLayoutId xmlns:r="http://schemas.openxmlformats.org/officeDocument/2006/relationships" id="2147483652" r:id="Rcb9f991382ef44c7"/>
    <p:sldLayoutId xmlns:r="http://schemas.openxmlformats.org/officeDocument/2006/relationships" id="2147483653" r:id="R0b7734fa0b6c4c9f"/>
    <p:sldLayoutId xmlns:r="http://schemas.openxmlformats.org/officeDocument/2006/relationships" id="2147483654" r:id="R1a9f7a81c8b546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f9decc1c48444d" /><Relationship Type="http://schemas.openxmlformats.org/officeDocument/2006/relationships/notesSlide" Target="/ppt/notesSlides/notesSlide1.xml" Id="R3acbc51f9ac947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87a9c5e4804022" /><Relationship Type="http://schemas.openxmlformats.org/officeDocument/2006/relationships/notesSlide" Target="/ppt/notesSlides/notesSlide2.xml" Id="R45cb56f52f174b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08e297b00e4d89" /><Relationship Type="http://schemas.openxmlformats.org/officeDocument/2006/relationships/notesSlide" Target="/ppt/notesSlides/notesSlide3.xml" Id="R0024dafae84a49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e3007f13a241d9" /><Relationship Type="http://schemas.openxmlformats.org/officeDocument/2006/relationships/notesSlide" Target="/ppt/notesSlides/notesSlide4.xml" Id="R1c71493f89d14e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98ca5eee1c4cbf" /><Relationship Type="http://schemas.openxmlformats.org/officeDocument/2006/relationships/notesSlide" Target="/ppt/notesSlides/notesSlide5.xml" Id="Rcfa9e3e1003e44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3e8b61bd484679" /><Relationship Type="http://schemas.openxmlformats.org/officeDocument/2006/relationships/notesSlide" Target="/ppt/notesSlides/notesSlide6.xml" Id="Rbc388aae2cfe45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98185bfc484073" /><Relationship Type="http://schemas.openxmlformats.org/officeDocument/2006/relationships/image" Target="/ppt/media/image.png" Id="R03a899bdb7e8464c" /><Relationship Type="http://schemas.openxmlformats.org/officeDocument/2006/relationships/notesSlide" Target="/ppt/notesSlides/notesSlide7.xml" Id="Re691e18e37ee4f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743a155b604911" /><Relationship Type="http://schemas.openxmlformats.org/officeDocument/2006/relationships/notesSlide" Target="/ppt/notesSlides/notesSlide8.xml" Id="R8c8c05fecc4e44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e5fcc84b644f39" /><Relationship Type="http://schemas.openxmlformats.org/officeDocument/2006/relationships/notesSlide" Target="/ppt/notesSlides/notesSlide9.xml" Id="Rc5470ae3f38c4d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2c5f96abe94d0e" /><Relationship Type="http://schemas.openxmlformats.org/officeDocument/2006/relationships/notesSlide" Target="/ppt/notesSlides/notesSlide10.xml" Id="R4a514136891243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3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96F26-82A6-4DF0-A5C9-542CA3B1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>
                <a:solidFill>
                  <a:srgbClr val="9FCBD0"/>
                </a:solidFill>
              </a:defRPr>
            </a:defPPr>
            <a:lvl1pPr algn="l">
              <a:buNone/>
              <a:defRPr sz="1875">
                <a:solidFill>
                  <a:srgbClr val="9FCBD0"/>
                </a:solidFill>
              </a:defRPr>
            </a:lvl1pPr>
            <a:lvl2pPr algn="l">
              <a:buNone/>
              <a:defRPr sz="1875">
                <a:solidFill>
                  <a:srgbClr val="9FCBD0"/>
                </a:solidFill>
              </a:defRPr>
            </a:lvl2pPr>
            <a:lvl3pPr algn="l">
              <a:buNone/>
              <a:defRPr sz="1875">
                <a:solidFill>
                  <a:srgbClr val="9FCBD0"/>
                </a:solidFill>
              </a:defRPr>
            </a:lvl3pPr>
            <a:lvl4pPr algn="l">
              <a:buNone/>
              <a:defRPr sz="1875">
                <a:solidFill>
                  <a:srgbClr val="9FCBD0"/>
                </a:solidFill>
              </a:defRPr>
            </a:lvl4pPr>
            <a:lvl5pPr algn="l">
              <a:buNone/>
              <a:defRPr sz="1875">
                <a:solidFill>
                  <a:srgbClr val="9FCBD0"/>
                </a:solidFill>
              </a:defRPr>
            </a:lvl5pPr>
            <a:lvl6pPr algn="l">
              <a:buNone/>
              <a:defRPr sz="1875">
                <a:solidFill>
                  <a:srgbClr val="9FCBD0"/>
                </a:solidFill>
              </a:defRPr>
            </a:lvl6pPr>
            <a:lvl7pPr algn="l">
              <a:buNone/>
              <a:defRPr sz="1875">
                <a:solidFill>
                  <a:srgbClr val="9FCBD0"/>
                </a:solidFill>
              </a:defRPr>
            </a:lvl7pPr>
            <a:lvl8pPr algn="l">
              <a:buNone/>
              <a:defRPr sz="1875">
                <a:solidFill>
                  <a:srgbClr val="9FCBD0"/>
                </a:solidFill>
              </a:defRPr>
            </a:lvl8pPr>
            <a:lvl9pPr algn="l">
              <a:buNone/>
              <a:defRPr sz="1875">
                <a:solidFill>
                  <a:srgbClr val="9FCBD0"/>
                </a:solidFill>
              </a:defRPr>
            </a:lvl9pPr>
          </a:lstStyle>
          <a:p xmlns:a="http://schemas.openxmlformats.org/drawingml/2006/main">
            <a:pPr algn="l">
              <a:buNone/>
              <a:defRPr sz="1875">
                <a:solidFill>
                  <a:srgbClr val="9FCBD0"/>
                </a:solidFill>
              </a:defRPr>
            </a:pPr>
            <a:r>
              <a:rPr sz="1875" b="0">
                <a:solidFill>
                  <a:srgbClr val="9FCBD0"/>
                </a:solidFill>
                <a:latin typeface="Microsoft YaHei"/>
                <a:ea typeface="Microsoft YaHei"/>
                <a:cs typeface="Microsoft YaHei"/>
              </a:rPr>
              <a:t>RISC-V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AF941-C658-4BA9-BEE8-39EB55FB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350">
                <a:solidFill>
                  <a:srgbClr val="FFFFFF"/>
                </a:solidFill>
              </a:defRPr>
            </a:defPPr>
            <a:lvl1pPr algn="l">
              <a:buNone/>
              <a:defRPr sz="4350">
                <a:solidFill>
                  <a:srgbClr val="FFFFFF"/>
                </a:solidFill>
              </a:defRPr>
            </a:lvl1pPr>
            <a:lvl2pPr algn="l">
              <a:buNone/>
              <a:defRPr sz="4350">
                <a:solidFill>
                  <a:srgbClr val="FFFFFF"/>
                </a:solidFill>
              </a:defRPr>
            </a:lvl2pPr>
            <a:lvl3pPr algn="l">
              <a:buNone/>
              <a:defRPr sz="4350">
                <a:solidFill>
                  <a:srgbClr val="FFFFFF"/>
                </a:solidFill>
              </a:defRPr>
            </a:lvl3pPr>
            <a:lvl4pPr algn="l">
              <a:buNone/>
              <a:defRPr sz="4350">
                <a:solidFill>
                  <a:srgbClr val="FFFFFF"/>
                </a:solidFill>
              </a:defRPr>
            </a:lvl4pPr>
            <a:lvl5pPr algn="l">
              <a:buNone/>
              <a:defRPr sz="4350">
                <a:solidFill>
                  <a:srgbClr val="FFFFFF"/>
                </a:solidFill>
              </a:defRPr>
            </a:lvl5pPr>
            <a:lvl6pPr algn="l">
              <a:buNone/>
              <a:defRPr sz="4350">
                <a:solidFill>
                  <a:srgbClr val="FFFFFF"/>
                </a:solidFill>
              </a:defRPr>
            </a:lvl6pPr>
            <a:lvl7pPr algn="l">
              <a:buNone/>
              <a:defRPr sz="4350">
                <a:solidFill>
                  <a:srgbClr val="FFFFFF"/>
                </a:solidFill>
              </a:defRPr>
            </a:lvl7pPr>
            <a:lvl8pPr algn="l">
              <a:buNone/>
              <a:defRPr sz="4350">
                <a:solidFill>
                  <a:srgbClr val="FFFFFF"/>
                </a:solidFill>
              </a:defRPr>
            </a:lvl8pPr>
            <a:lvl9pPr algn="l">
              <a:buNone/>
              <a:defRPr sz="435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buNone/>
              <a:defRPr sz="4350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智能体动态记忆管理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49C60-4799-41CB-85E5-10A65E5F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670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>
                <a:solidFill>
                  <a:srgbClr val="F4BB51"/>
                </a:solidFill>
              </a:defRPr>
            </a:defPPr>
            <a:lvl1pPr algn="l">
              <a:buNone/>
              <a:defRPr sz="2550">
                <a:solidFill>
                  <a:srgbClr val="F4BB51"/>
                </a:solidFill>
              </a:defRPr>
            </a:lvl1pPr>
            <a:lvl2pPr algn="l">
              <a:buNone/>
              <a:defRPr sz="2550">
                <a:solidFill>
                  <a:srgbClr val="F4BB51"/>
                </a:solidFill>
              </a:defRPr>
            </a:lvl2pPr>
            <a:lvl3pPr algn="l">
              <a:buNone/>
              <a:defRPr sz="2550">
                <a:solidFill>
                  <a:srgbClr val="F4BB51"/>
                </a:solidFill>
              </a:defRPr>
            </a:lvl3pPr>
            <a:lvl4pPr algn="l">
              <a:buNone/>
              <a:defRPr sz="2550">
                <a:solidFill>
                  <a:srgbClr val="F4BB51"/>
                </a:solidFill>
              </a:defRPr>
            </a:lvl4pPr>
            <a:lvl5pPr algn="l">
              <a:buNone/>
              <a:defRPr sz="2550">
                <a:solidFill>
                  <a:srgbClr val="F4BB51"/>
                </a:solidFill>
              </a:defRPr>
            </a:lvl5pPr>
            <a:lvl6pPr algn="l">
              <a:buNone/>
              <a:defRPr sz="2550">
                <a:solidFill>
                  <a:srgbClr val="F4BB51"/>
                </a:solidFill>
              </a:defRPr>
            </a:lvl6pPr>
            <a:lvl7pPr algn="l">
              <a:buNone/>
              <a:defRPr sz="2550">
                <a:solidFill>
                  <a:srgbClr val="F4BB51"/>
                </a:solidFill>
              </a:defRPr>
            </a:lvl7pPr>
            <a:lvl8pPr algn="l">
              <a:buNone/>
              <a:defRPr sz="2550">
                <a:solidFill>
                  <a:srgbClr val="F4BB51"/>
                </a:solidFill>
              </a:defRPr>
            </a:lvl8pPr>
            <a:lvl9pPr algn="l">
              <a:buNone/>
              <a:defRPr sz="2550">
                <a:solidFill>
                  <a:srgbClr val="F4BB51"/>
                </a:solidFill>
              </a:defRPr>
            </a:lvl9pPr>
          </a:lstStyle>
          <a:p xmlns:a="http://schemas.openxmlformats.org/drawingml/2006/main">
            <a:pPr algn="l">
              <a:buNone/>
              <a:defRPr sz="2550">
                <a:solidFill>
                  <a:srgbClr val="F4BB51"/>
                </a:solidFill>
              </a:defRPr>
            </a:pPr>
            <a:r>
              <a:rPr sz="2550" b="0">
                <a:solidFill>
                  <a:srgbClr val="F4BB51"/>
                </a:solidFill>
                <a:latin typeface="Microsoft YaHei"/>
                <a:ea typeface="Microsoft YaHei"/>
                <a:cs typeface="Microsoft YaHei"/>
              </a:rPr>
              <a:t>Milestone 4 设计、实现与测试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51D08-EB77-4CAD-A1B0-F77A8C94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>
                <a:solidFill>
                  <a:srgbClr val="D1E3E6"/>
                </a:solidFill>
              </a:defRPr>
            </a:defPPr>
            <a:lvl1pPr algn="l">
              <a:buNone/>
              <a:defRPr sz="1800">
                <a:solidFill>
                  <a:srgbClr val="D1E3E6"/>
                </a:solidFill>
              </a:defRPr>
            </a:lvl1pPr>
            <a:lvl2pPr algn="l">
              <a:buNone/>
              <a:defRPr sz="1800">
                <a:solidFill>
                  <a:srgbClr val="D1E3E6"/>
                </a:solidFill>
              </a:defRPr>
            </a:lvl2pPr>
            <a:lvl3pPr algn="l">
              <a:buNone/>
              <a:defRPr sz="1800">
                <a:solidFill>
                  <a:srgbClr val="D1E3E6"/>
                </a:solidFill>
              </a:defRPr>
            </a:lvl3pPr>
            <a:lvl4pPr algn="l">
              <a:buNone/>
              <a:defRPr sz="1800">
                <a:solidFill>
                  <a:srgbClr val="D1E3E6"/>
                </a:solidFill>
              </a:defRPr>
            </a:lvl4pPr>
            <a:lvl5pPr algn="l">
              <a:buNone/>
              <a:defRPr sz="1800">
                <a:solidFill>
                  <a:srgbClr val="D1E3E6"/>
                </a:solidFill>
              </a:defRPr>
            </a:lvl5pPr>
            <a:lvl6pPr algn="l">
              <a:buNone/>
              <a:defRPr sz="1800">
                <a:solidFill>
                  <a:srgbClr val="D1E3E6"/>
                </a:solidFill>
              </a:defRPr>
            </a:lvl6pPr>
            <a:lvl7pPr algn="l">
              <a:buNone/>
              <a:defRPr sz="1800">
                <a:solidFill>
                  <a:srgbClr val="D1E3E6"/>
                </a:solidFill>
              </a:defRPr>
            </a:lvl7pPr>
            <a:lvl8pPr algn="l">
              <a:buNone/>
              <a:defRPr sz="1800">
                <a:solidFill>
                  <a:srgbClr val="D1E3E6"/>
                </a:solidFill>
              </a:defRPr>
            </a:lvl8pPr>
            <a:lvl9pPr algn="l">
              <a:buNone/>
              <a:defRPr sz="1800">
                <a:solidFill>
                  <a:srgbClr val="D1E3E6"/>
                </a:solidFill>
              </a:defRPr>
            </a:lvl9pPr>
          </a:lstStyle>
          <a:p xmlns:a="http://schemas.openxmlformats.org/drawingml/2006/main">
            <a:pPr algn="l">
              <a:buNone/>
              <a:defRPr sz="1800">
                <a:solidFill>
                  <a:srgbClr val="D1E3E6"/>
                </a:solidFill>
              </a:defRPr>
            </a:pPr>
            <a:r>
              <a:rPr sz="1800" b="0">
                <a:solidFill>
                  <a:srgbClr val="D1E3E6"/>
                </a:solidFill>
                <a:latin typeface="Microsoft YaHei"/>
                <a:ea typeface="Microsoft YaHei"/>
                <a:cs typeface="Microsoft YaHei"/>
              </a:rPr>
              <a:t>Software Requirements Engineering 2026</a:t>
            </a:r>
            <a:br>
              <a:rPr sz="1800" b="0">
                <a:solidFill>
                  <a:srgbClr val="D1E3E6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 b="0">
                <a:solidFill>
                  <a:srgbClr val="D1E3E6"/>
                </a:solidFill>
                <a:latin typeface="Microsoft YaHei"/>
                <a:ea typeface="Microsoft YaHei"/>
                <a:cs typeface="Microsoft YaHei"/>
              </a:rPr>
              <a:t>2026 年 10 月 22 日</a:t>
            </a:r>
          </a:p>
        </p:txBody>
      </p:sp>
    </p:spTree>
    <p:extLst>
      <p:ext uri="{BB962C8B-B14F-4D97-AF65-F5344CB8AC3E}">
        <p14:creationId xmlns:p14="http://schemas.microsoft.com/office/powerpoint/2010/main" val="11961828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67634-AD2E-4326-AAB0-4B998DAB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buNone/>
              <a:defRPr sz="3150">
                <a:solidFill>
                  <a:srgbClr val="173B4B"/>
                </a:solidFill>
              </a:defRPr>
            </a:lvl1pPr>
            <a:lvl2pPr algn="l">
              <a:buNone/>
              <a:defRPr sz="3150">
                <a:solidFill>
                  <a:srgbClr val="173B4B"/>
                </a:solidFill>
              </a:defRPr>
            </a:lvl2pPr>
            <a:lvl3pPr algn="l">
              <a:buNone/>
              <a:defRPr sz="3150">
                <a:solidFill>
                  <a:srgbClr val="173B4B"/>
                </a:solidFill>
              </a:defRPr>
            </a:lvl3pPr>
            <a:lvl4pPr algn="l">
              <a:buNone/>
              <a:defRPr sz="3150">
                <a:solidFill>
                  <a:srgbClr val="173B4B"/>
                </a:solidFill>
              </a:defRPr>
            </a:lvl4pPr>
            <a:lvl5pPr algn="l">
              <a:buNone/>
              <a:defRPr sz="3150">
                <a:solidFill>
                  <a:srgbClr val="173B4B"/>
                </a:solidFill>
              </a:defRPr>
            </a:lvl5pPr>
            <a:lvl6pPr algn="l">
              <a:buNone/>
              <a:defRPr sz="3150">
                <a:solidFill>
                  <a:srgbClr val="173B4B"/>
                </a:solidFill>
              </a:defRPr>
            </a:lvl6pPr>
            <a:lvl7pPr algn="l">
              <a:buNone/>
              <a:defRPr sz="3150">
                <a:solidFill>
                  <a:srgbClr val="173B4B"/>
                </a:solidFill>
              </a:defRPr>
            </a:lvl7pPr>
            <a:lvl8pPr algn="l">
              <a:buNone/>
              <a:defRPr sz="3150">
                <a:solidFill>
                  <a:srgbClr val="173B4B"/>
                </a:solidFill>
              </a:defRPr>
            </a:lvl8pPr>
            <a:lvl9pPr algn="l">
              <a:buNone/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buNone/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长期对话中的状态变化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F7336-67D8-433E-BB12-604CA4078F38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47672"/>
                <a:gridCol w="5626608"/>
                <a:gridCol w="3246120"/>
              </a:tblGrid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Caroline 的事实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当前查询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</a:tr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D2:8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研究收养机构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保留历史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D13:1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提交收养申请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保留历史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D19:1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通过机构面试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当前证据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79B96-7707-4A76-BCA3-F569EC73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buNone/>
              <a:defRPr sz="1350">
                <a:solidFill>
                  <a:srgbClr val="5B737E"/>
                </a:solidFill>
              </a:defRPr>
            </a:lvl1pPr>
            <a:lvl2pPr algn="l">
              <a:buNone/>
              <a:defRPr sz="1350">
                <a:solidFill>
                  <a:srgbClr val="5B737E"/>
                </a:solidFill>
              </a:defRPr>
            </a:lvl2pPr>
            <a:lvl3pPr algn="l">
              <a:buNone/>
              <a:defRPr sz="1350">
                <a:solidFill>
                  <a:srgbClr val="5B737E"/>
                </a:solidFill>
              </a:defRPr>
            </a:lvl3pPr>
            <a:lvl4pPr algn="l">
              <a:buNone/>
              <a:defRPr sz="1350">
                <a:solidFill>
                  <a:srgbClr val="5B737E"/>
                </a:solidFill>
              </a:defRPr>
            </a:lvl4pPr>
            <a:lvl5pPr algn="l">
              <a:buNone/>
              <a:defRPr sz="1350">
                <a:solidFill>
                  <a:srgbClr val="5B737E"/>
                </a:solidFill>
              </a:defRPr>
            </a:lvl5pPr>
            <a:lvl6pPr algn="l">
              <a:buNone/>
              <a:defRPr sz="1350">
                <a:solidFill>
                  <a:srgbClr val="5B737E"/>
                </a:solidFill>
              </a:defRPr>
            </a:lvl6pPr>
            <a:lvl7pPr algn="l">
              <a:buNone/>
              <a:defRPr sz="1350">
                <a:solidFill>
                  <a:srgbClr val="5B737E"/>
                </a:solidFill>
              </a:defRPr>
            </a:lvl7pPr>
            <a:lvl8pPr algn="l">
              <a:buNone/>
              <a:defRPr sz="1350">
                <a:solidFill>
                  <a:srgbClr val="5B737E"/>
                </a:solidFill>
              </a:defRPr>
            </a:lvl8pPr>
            <a:lvl9pPr algn="l">
              <a:buNone/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buNone/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真实来源：公开 LoCoMo conv-26。历史查询按指定日期重新解析。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EA86D-C854-4A40-B148-E1F9EB3C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buNone/>
              <a:defRPr sz="1125">
                <a:solidFill>
                  <a:srgbClr val="73838A"/>
                </a:solidFill>
              </a:defRPr>
            </a:lvl1pPr>
            <a:lvl2pPr algn="l">
              <a:buNone/>
              <a:defRPr sz="1125">
                <a:solidFill>
                  <a:srgbClr val="73838A"/>
                </a:solidFill>
              </a:defRPr>
            </a:lvl2pPr>
            <a:lvl3pPr algn="l">
              <a:buNone/>
              <a:defRPr sz="1125">
                <a:solidFill>
                  <a:srgbClr val="73838A"/>
                </a:solidFill>
              </a:defRPr>
            </a:lvl3pPr>
            <a:lvl4pPr algn="l">
              <a:buNone/>
              <a:defRPr sz="1125">
                <a:solidFill>
                  <a:srgbClr val="73838A"/>
                </a:solidFill>
              </a:defRPr>
            </a:lvl4pPr>
            <a:lvl5pPr algn="l">
              <a:buNone/>
              <a:defRPr sz="1125">
                <a:solidFill>
                  <a:srgbClr val="73838A"/>
                </a:solidFill>
              </a:defRPr>
            </a:lvl5pPr>
            <a:lvl6pPr algn="l">
              <a:buNone/>
              <a:defRPr sz="1125">
                <a:solidFill>
                  <a:srgbClr val="73838A"/>
                </a:solidFill>
              </a:defRPr>
            </a:lvl6pPr>
            <a:lvl7pPr algn="l">
              <a:buNone/>
              <a:defRPr sz="1125">
                <a:solidFill>
                  <a:srgbClr val="73838A"/>
                </a:solidFill>
              </a:defRPr>
            </a:lvl7pPr>
            <a:lvl8pPr algn="l">
              <a:buNone/>
              <a:defRPr sz="1125">
                <a:solidFill>
                  <a:srgbClr val="73838A"/>
                </a:solidFill>
              </a:defRPr>
            </a:lvl8pPr>
            <a:lvl9pPr algn="l">
              <a:buNone/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buNone/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13631521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B50EB-59D8-4D0A-A406-EA2274CD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buNone/>
              <a:defRPr sz="3150">
                <a:solidFill>
                  <a:srgbClr val="173B4B"/>
                </a:solidFill>
              </a:defRPr>
            </a:lvl1pPr>
            <a:lvl2pPr algn="l">
              <a:buNone/>
              <a:defRPr sz="3150">
                <a:solidFill>
                  <a:srgbClr val="173B4B"/>
                </a:solidFill>
              </a:defRPr>
            </a:lvl2pPr>
            <a:lvl3pPr algn="l">
              <a:buNone/>
              <a:defRPr sz="3150">
                <a:solidFill>
                  <a:srgbClr val="173B4B"/>
                </a:solidFill>
              </a:defRPr>
            </a:lvl3pPr>
            <a:lvl4pPr algn="l">
              <a:buNone/>
              <a:defRPr sz="3150">
                <a:solidFill>
                  <a:srgbClr val="173B4B"/>
                </a:solidFill>
              </a:defRPr>
            </a:lvl4pPr>
            <a:lvl5pPr algn="l">
              <a:buNone/>
              <a:defRPr sz="3150">
                <a:solidFill>
                  <a:srgbClr val="173B4B"/>
                </a:solidFill>
              </a:defRPr>
            </a:lvl5pPr>
            <a:lvl6pPr algn="l">
              <a:buNone/>
              <a:defRPr sz="3150">
                <a:solidFill>
                  <a:srgbClr val="173B4B"/>
                </a:solidFill>
              </a:defRPr>
            </a:lvl6pPr>
            <a:lvl7pPr algn="l">
              <a:buNone/>
              <a:defRPr sz="3150">
                <a:solidFill>
                  <a:srgbClr val="173B4B"/>
                </a:solidFill>
              </a:defRPr>
            </a:lvl7pPr>
            <a:lvl8pPr algn="l">
              <a:buNone/>
              <a:defRPr sz="3150">
                <a:solidFill>
                  <a:srgbClr val="173B4B"/>
                </a:solidFill>
              </a:defRPr>
            </a:lvl8pPr>
            <a:lvl9pPr algn="l">
              <a:buNone/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buNone/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需求与验收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02B8B-E45D-4158-A2B0-E02EA18C748B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0488"/>
                <a:gridCol w="4652772"/>
                <a:gridCol w="3787140"/>
              </a:tblGrid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FR-01–03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导入、记忆、原文回溯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真实六段与来源核对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FR-04–08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检索、关系、回答与展示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状态、时间与边界测试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FR-09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 JSON 导出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 与来源一致性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FR-10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对照评测与标签隔离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逐题预测与独立评分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725FA-96B3-4857-B03F-EA318881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buNone/>
              <a:defRPr sz="1125">
                <a:solidFill>
                  <a:srgbClr val="73838A"/>
                </a:solidFill>
              </a:defRPr>
            </a:lvl1pPr>
            <a:lvl2pPr algn="l">
              <a:buNone/>
              <a:defRPr sz="1125">
                <a:solidFill>
                  <a:srgbClr val="73838A"/>
                </a:solidFill>
              </a:defRPr>
            </a:lvl2pPr>
            <a:lvl3pPr algn="l">
              <a:buNone/>
              <a:defRPr sz="1125">
                <a:solidFill>
                  <a:srgbClr val="73838A"/>
                </a:solidFill>
              </a:defRPr>
            </a:lvl3pPr>
            <a:lvl4pPr algn="l">
              <a:buNone/>
              <a:defRPr sz="1125">
                <a:solidFill>
                  <a:srgbClr val="73838A"/>
                </a:solidFill>
              </a:defRPr>
            </a:lvl4pPr>
            <a:lvl5pPr algn="l">
              <a:buNone/>
              <a:defRPr sz="1125">
                <a:solidFill>
                  <a:srgbClr val="73838A"/>
                </a:solidFill>
              </a:defRPr>
            </a:lvl5pPr>
            <a:lvl6pPr algn="l">
              <a:buNone/>
              <a:defRPr sz="1125">
                <a:solidFill>
                  <a:srgbClr val="73838A"/>
                </a:solidFill>
              </a:defRPr>
            </a:lvl6pPr>
            <a:lvl7pPr algn="l">
              <a:buNone/>
              <a:defRPr sz="1125">
                <a:solidFill>
                  <a:srgbClr val="73838A"/>
                </a:solidFill>
              </a:defRPr>
            </a:lvl7pPr>
            <a:lvl8pPr algn="l">
              <a:buNone/>
              <a:defRPr sz="1125">
                <a:solidFill>
                  <a:srgbClr val="73838A"/>
                </a:solidFill>
              </a:defRPr>
            </a:lvl8pPr>
            <a:lvl9pPr algn="l">
              <a:buNone/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buNone/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3774297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CC0A2-E65F-47FF-9553-C9D3663A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buNone/>
              <a:defRPr sz="3150">
                <a:solidFill>
                  <a:srgbClr val="173B4B"/>
                </a:solidFill>
              </a:defRPr>
            </a:lvl1pPr>
            <a:lvl2pPr algn="l">
              <a:buNone/>
              <a:defRPr sz="3150">
                <a:solidFill>
                  <a:srgbClr val="173B4B"/>
                </a:solidFill>
              </a:defRPr>
            </a:lvl2pPr>
            <a:lvl3pPr algn="l">
              <a:buNone/>
              <a:defRPr sz="3150">
                <a:solidFill>
                  <a:srgbClr val="173B4B"/>
                </a:solidFill>
              </a:defRPr>
            </a:lvl3pPr>
            <a:lvl4pPr algn="l">
              <a:buNone/>
              <a:defRPr sz="3150">
                <a:solidFill>
                  <a:srgbClr val="173B4B"/>
                </a:solidFill>
              </a:defRPr>
            </a:lvl4pPr>
            <a:lvl5pPr algn="l">
              <a:buNone/>
              <a:defRPr sz="3150">
                <a:solidFill>
                  <a:srgbClr val="173B4B"/>
                </a:solidFill>
              </a:defRPr>
            </a:lvl5pPr>
            <a:lvl6pPr algn="l">
              <a:buNone/>
              <a:defRPr sz="3150">
                <a:solidFill>
                  <a:srgbClr val="173B4B"/>
                </a:solidFill>
              </a:defRPr>
            </a:lvl6pPr>
            <a:lvl7pPr algn="l">
              <a:buNone/>
              <a:defRPr sz="3150">
                <a:solidFill>
                  <a:srgbClr val="173B4B"/>
                </a:solidFill>
              </a:defRPr>
            </a:lvl7pPr>
            <a:lvl8pPr algn="l">
              <a:buNone/>
              <a:defRPr sz="3150">
                <a:solidFill>
                  <a:srgbClr val="173B4B"/>
                </a:solidFill>
              </a:defRPr>
            </a:lvl8pPr>
            <a:lvl9pPr algn="l">
              <a:buNone/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buNone/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系统架构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0A435-5ACC-4B66-AADC-DB3F441F9FCE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3787140"/>
                <a:gridCol w="4869180"/>
              </a:tblGrid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React / ECharts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查询、时间、关系与来源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HTTP API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校验、导入、导出、模型调用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规则与完整来源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检索、时间与状态解析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模型与实验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ONNX / 独立评分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实际向量、窗口 QA、逐题记录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CC3B5-E385-4C68-9DFC-FCD60BCD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buNone/>
              <a:defRPr sz="1125">
                <a:solidFill>
                  <a:srgbClr val="73838A"/>
                </a:solidFill>
              </a:defRPr>
            </a:lvl1pPr>
            <a:lvl2pPr algn="l">
              <a:buNone/>
              <a:defRPr sz="1125">
                <a:solidFill>
                  <a:srgbClr val="73838A"/>
                </a:solidFill>
              </a:defRPr>
            </a:lvl2pPr>
            <a:lvl3pPr algn="l">
              <a:buNone/>
              <a:defRPr sz="1125">
                <a:solidFill>
                  <a:srgbClr val="73838A"/>
                </a:solidFill>
              </a:defRPr>
            </a:lvl3pPr>
            <a:lvl4pPr algn="l">
              <a:buNone/>
              <a:defRPr sz="1125">
                <a:solidFill>
                  <a:srgbClr val="73838A"/>
                </a:solidFill>
              </a:defRPr>
            </a:lvl4pPr>
            <a:lvl5pPr algn="l">
              <a:buNone/>
              <a:defRPr sz="1125">
                <a:solidFill>
                  <a:srgbClr val="73838A"/>
                </a:solidFill>
              </a:defRPr>
            </a:lvl5pPr>
            <a:lvl6pPr algn="l">
              <a:buNone/>
              <a:defRPr sz="1125">
                <a:solidFill>
                  <a:srgbClr val="73838A"/>
                </a:solidFill>
              </a:defRPr>
            </a:lvl6pPr>
            <a:lvl7pPr algn="l">
              <a:buNone/>
              <a:defRPr sz="1125">
                <a:solidFill>
                  <a:srgbClr val="73838A"/>
                </a:solidFill>
              </a:defRPr>
            </a:lvl7pPr>
            <a:lvl8pPr algn="l">
              <a:buNone/>
              <a:defRPr sz="1125">
                <a:solidFill>
                  <a:srgbClr val="73838A"/>
                </a:solidFill>
              </a:defRPr>
            </a:lvl8pPr>
            <a:lvl9pPr algn="l">
              <a:buNone/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buNone/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207912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E3931-D9F8-4D07-BF26-71082CFB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buNone/>
              <a:defRPr sz="3150">
                <a:solidFill>
                  <a:srgbClr val="173B4B"/>
                </a:solidFill>
              </a:defRPr>
            </a:lvl1pPr>
            <a:lvl2pPr algn="l">
              <a:buNone/>
              <a:defRPr sz="3150">
                <a:solidFill>
                  <a:srgbClr val="173B4B"/>
                </a:solidFill>
              </a:defRPr>
            </a:lvl2pPr>
            <a:lvl3pPr algn="l">
              <a:buNone/>
              <a:defRPr sz="3150">
                <a:solidFill>
                  <a:srgbClr val="173B4B"/>
                </a:solidFill>
              </a:defRPr>
            </a:lvl3pPr>
            <a:lvl4pPr algn="l">
              <a:buNone/>
              <a:defRPr sz="3150">
                <a:solidFill>
                  <a:srgbClr val="173B4B"/>
                </a:solidFill>
              </a:defRPr>
            </a:lvl4pPr>
            <a:lvl5pPr algn="l">
              <a:buNone/>
              <a:defRPr sz="3150">
                <a:solidFill>
                  <a:srgbClr val="173B4B"/>
                </a:solidFill>
              </a:defRPr>
            </a:lvl5pPr>
            <a:lvl6pPr algn="l">
              <a:buNone/>
              <a:defRPr sz="3150">
                <a:solidFill>
                  <a:srgbClr val="173B4B"/>
                </a:solidFill>
              </a:defRPr>
            </a:lvl6pPr>
            <a:lvl7pPr algn="l">
              <a:buNone/>
              <a:defRPr sz="3150">
                <a:solidFill>
                  <a:srgbClr val="173B4B"/>
                </a:solidFill>
              </a:defRPr>
            </a:lvl7pPr>
            <a:lvl8pPr algn="l">
              <a:buNone/>
              <a:defRPr sz="3150">
                <a:solidFill>
                  <a:srgbClr val="173B4B"/>
                </a:solidFill>
              </a:defRPr>
            </a:lvl8pPr>
            <a:lvl9pPr algn="l">
              <a:buNone/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buNone/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真实数据与记忆构建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54D90-8410-44A8-8640-25E770027FAA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0488"/>
                <a:gridCol w="3787140"/>
                <a:gridCol w="4652772"/>
              </a:tblGrid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实际规模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项目预设 4 开发 + 2 留出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原始记录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156 会话 / 3435 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完整历史保留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10207 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原句来源逐条核对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标注隔离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QA 与摘要不参与抽取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问题与 gold 分文件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3B629-4750-403A-96EA-582077FA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buNone/>
              <a:defRPr sz="1350">
                <a:solidFill>
                  <a:srgbClr val="5B737E"/>
                </a:solidFill>
              </a:defRPr>
            </a:lvl1pPr>
            <a:lvl2pPr algn="l">
              <a:buNone/>
              <a:defRPr sz="1350">
                <a:solidFill>
                  <a:srgbClr val="5B737E"/>
                </a:solidFill>
              </a:defRPr>
            </a:lvl2pPr>
            <a:lvl3pPr algn="l">
              <a:buNone/>
              <a:defRPr sz="1350">
                <a:solidFill>
                  <a:srgbClr val="5B737E"/>
                </a:solidFill>
              </a:defRPr>
            </a:lvl3pPr>
            <a:lvl4pPr algn="l">
              <a:buNone/>
              <a:defRPr sz="1350">
                <a:solidFill>
                  <a:srgbClr val="5B737E"/>
                </a:solidFill>
              </a:defRPr>
            </a:lvl4pPr>
            <a:lvl5pPr algn="l">
              <a:buNone/>
              <a:defRPr sz="1350">
                <a:solidFill>
                  <a:srgbClr val="5B737E"/>
                </a:solidFill>
              </a:defRPr>
            </a:lvl5pPr>
            <a:lvl6pPr algn="l">
              <a:buNone/>
              <a:defRPr sz="1350">
                <a:solidFill>
                  <a:srgbClr val="5B737E"/>
                </a:solidFill>
              </a:defRPr>
            </a:lvl6pPr>
            <a:lvl7pPr algn="l">
              <a:buNone/>
              <a:defRPr sz="1350">
                <a:solidFill>
                  <a:srgbClr val="5B737E"/>
                </a:solidFill>
              </a:defRPr>
            </a:lvl7pPr>
            <a:lvl8pPr algn="l">
              <a:buNone/>
              <a:defRPr sz="1350">
                <a:solidFill>
                  <a:srgbClr val="5B737E"/>
                </a:solidFill>
              </a:defRPr>
            </a:lvl8pPr>
            <a:lvl9pPr algn="l">
              <a:buNone/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buNone/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六段及 4＋2 由团队自主选择，划分已记录。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036D1-3C15-4999-8978-AC9F2A83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buNone/>
              <a:defRPr sz="1125">
                <a:solidFill>
                  <a:srgbClr val="73838A"/>
                </a:solidFill>
              </a:defRPr>
            </a:lvl1pPr>
            <a:lvl2pPr algn="l">
              <a:buNone/>
              <a:defRPr sz="1125">
                <a:solidFill>
                  <a:srgbClr val="73838A"/>
                </a:solidFill>
              </a:defRPr>
            </a:lvl2pPr>
            <a:lvl3pPr algn="l">
              <a:buNone/>
              <a:defRPr sz="1125">
                <a:solidFill>
                  <a:srgbClr val="73838A"/>
                </a:solidFill>
              </a:defRPr>
            </a:lvl3pPr>
            <a:lvl4pPr algn="l">
              <a:buNone/>
              <a:defRPr sz="1125">
                <a:solidFill>
                  <a:srgbClr val="73838A"/>
                </a:solidFill>
              </a:defRPr>
            </a:lvl4pPr>
            <a:lvl5pPr algn="l">
              <a:buNone/>
              <a:defRPr sz="1125">
                <a:solidFill>
                  <a:srgbClr val="73838A"/>
                </a:solidFill>
              </a:defRPr>
            </a:lvl5pPr>
            <a:lvl6pPr algn="l">
              <a:buNone/>
              <a:defRPr sz="1125">
                <a:solidFill>
                  <a:srgbClr val="73838A"/>
                </a:solidFill>
              </a:defRPr>
            </a:lvl6pPr>
            <a:lvl7pPr algn="l">
              <a:buNone/>
              <a:defRPr sz="1125">
                <a:solidFill>
                  <a:srgbClr val="73838A"/>
                </a:solidFill>
              </a:defRPr>
            </a:lvl7pPr>
            <a:lvl8pPr algn="l">
              <a:buNone/>
              <a:defRPr sz="1125">
                <a:solidFill>
                  <a:srgbClr val="73838A"/>
                </a:solidFill>
              </a:defRPr>
            </a:lvl8pPr>
            <a:lvl9pPr algn="l">
              <a:buNone/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buNone/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2044964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24A94-D774-460D-8818-F87587A6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buNone/>
              <a:defRPr sz="3150">
                <a:solidFill>
                  <a:srgbClr val="173B4B"/>
                </a:solidFill>
              </a:defRPr>
            </a:lvl1pPr>
            <a:lvl2pPr algn="l">
              <a:buNone/>
              <a:defRPr sz="3150">
                <a:solidFill>
                  <a:srgbClr val="173B4B"/>
                </a:solidFill>
              </a:defRPr>
            </a:lvl2pPr>
            <a:lvl3pPr algn="l">
              <a:buNone/>
              <a:defRPr sz="3150">
                <a:solidFill>
                  <a:srgbClr val="173B4B"/>
                </a:solidFill>
              </a:defRPr>
            </a:lvl3pPr>
            <a:lvl4pPr algn="l">
              <a:buNone/>
              <a:defRPr sz="3150">
                <a:solidFill>
                  <a:srgbClr val="173B4B"/>
                </a:solidFill>
              </a:defRPr>
            </a:lvl4pPr>
            <a:lvl5pPr algn="l">
              <a:buNone/>
              <a:defRPr sz="3150">
                <a:solidFill>
                  <a:srgbClr val="173B4B"/>
                </a:solidFill>
              </a:defRPr>
            </a:lvl5pPr>
            <a:lvl6pPr algn="l">
              <a:buNone/>
              <a:defRPr sz="3150">
                <a:solidFill>
                  <a:srgbClr val="173B4B"/>
                </a:solidFill>
              </a:defRPr>
            </a:lvl6pPr>
            <a:lvl7pPr algn="l">
              <a:buNone/>
              <a:defRPr sz="3150">
                <a:solidFill>
                  <a:srgbClr val="173B4B"/>
                </a:solidFill>
              </a:defRPr>
            </a:lvl7pPr>
            <a:lvl8pPr algn="l">
              <a:buNone/>
              <a:defRPr sz="3150">
                <a:solidFill>
                  <a:srgbClr val="173B4B"/>
                </a:solidFill>
              </a:defRPr>
            </a:lvl8pPr>
            <a:lvl9pPr algn="l">
              <a:buNone/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buNone/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查询时关系与有效性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3E83C-7086-41F1-9C8B-2D3C9FDCD2A1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3304"/>
                <a:gridCol w="4544568"/>
                <a:gridCol w="3462528"/>
              </a:tblGrid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RETAIN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印证或可并存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保留兼容事实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UPDATE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同一过程后续阶段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前序作为历史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SUPERSEDE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单值属性后续变化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按时间选择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CONFLICT / 未知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证据不足以消解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显示不确定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3C8B5-D043-4DA1-9B14-5F595C7C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buNone/>
              <a:defRPr sz="1125">
                <a:solidFill>
                  <a:srgbClr val="73838A"/>
                </a:solidFill>
              </a:defRPr>
            </a:lvl1pPr>
            <a:lvl2pPr algn="l">
              <a:buNone/>
              <a:defRPr sz="1125">
                <a:solidFill>
                  <a:srgbClr val="73838A"/>
                </a:solidFill>
              </a:defRPr>
            </a:lvl2pPr>
            <a:lvl3pPr algn="l">
              <a:buNone/>
              <a:defRPr sz="1125">
                <a:solidFill>
                  <a:srgbClr val="73838A"/>
                </a:solidFill>
              </a:defRPr>
            </a:lvl3pPr>
            <a:lvl4pPr algn="l">
              <a:buNone/>
              <a:defRPr sz="1125">
                <a:solidFill>
                  <a:srgbClr val="73838A"/>
                </a:solidFill>
              </a:defRPr>
            </a:lvl4pPr>
            <a:lvl5pPr algn="l">
              <a:buNone/>
              <a:defRPr sz="1125">
                <a:solidFill>
                  <a:srgbClr val="73838A"/>
                </a:solidFill>
              </a:defRPr>
            </a:lvl5pPr>
            <a:lvl6pPr algn="l">
              <a:buNone/>
              <a:defRPr sz="1125">
                <a:solidFill>
                  <a:srgbClr val="73838A"/>
                </a:solidFill>
              </a:defRPr>
            </a:lvl6pPr>
            <a:lvl7pPr algn="l">
              <a:buNone/>
              <a:defRPr sz="1125">
                <a:solidFill>
                  <a:srgbClr val="73838A"/>
                </a:solidFill>
              </a:defRPr>
            </a:lvl7pPr>
            <a:lvl8pPr algn="l">
              <a:buNone/>
              <a:defRPr sz="1125">
                <a:solidFill>
                  <a:srgbClr val="73838A"/>
                </a:solidFill>
              </a:defRPr>
            </a:lvl8pPr>
            <a:lvl9pPr algn="l">
              <a:buNone/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buNone/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3224335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12560-514E-4C60-9915-4DCAECA3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buNone/>
              <a:defRPr sz="3150">
                <a:solidFill>
                  <a:srgbClr val="173B4B"/>
                </a:solidFill>
              </a:defRPr>
            </a:lvl1pPr>
            <a:lvl2pPr algn="l">
              <a:buNone/>
              <a:defRPr sz="3150">
                <a:solidFill>
                  <a:srgbClr val="173B4B"/>
                </a:solidFill>
              </a:defRPr>
            </a:lvl2pPr>
            <a:lvl3pPr algn="l">
              <a:buNone/>
              <a:defRPr sz="3150">
                <a:solidFill>
                  <a:srgbClr val="173B4B"/>
                </a:solidFill>
              </a:defRPr>
            </a:lvl3pPr>
            <a:lvl4pPr algn="l">
              <a:buNone/>
              <a:defRPr sz="3150">
                <a:solidFill>
                  <a:srgbClr val="173B4B"/>
                </a:solidFill>
              </a:defRPr>
            </a:lvl4pPr>
            <a:lvl5pPr algn="l">
              <a:buNone/>
              <a:defRPr sz="3150">
                <a:solidFill>
                  <a:srgbClr val="173B4B"/>
                </a:solidFill>
              </a:defRPr>
            </a:lvl5pPr>
            <a:lvl6pPr algn="l">
              <a:buNone/>
              <a:defRPr sz="3150">
                <a:solidFill>
                  <a:srgbClr val="173B4B"/>
                </a:solidFill>
              </a:defRPr>
            </a:lvl6pPr>
            <a:lvl7pPr algn="l">
              <a:buNone/>
              <a:defRPr sz="3150">
                <a:solidFill>
                  <a:srgbClr val="173B4B"/>
                </a:solidFill>
              </a:defRPr>
            </a:lvl7pPr>
            <a:lvl8pPr algn="l">
              <a:buNone/>
              <a:defRPr sz="3150">
                <a:solidFill>
                  <a:srgbClr val="173B4B"/>
                </a:solidFill>
              </a:defRPr>
            </a:lvl8pPr>
            <a:lvl9pPr algn="l">
              <a:buNone/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buNone/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真实页面与来源回溯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047B8-9CD9-4481-B7D0-993DBEA6E2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899bdb7e8464c"/>
          <a:stretch xmlns:a="http://schemas.openxmlformats.org/drawingml/2006/main"/>
        </p:blipFill>
        <p:spPr>
          <a:xfrm xmlns:a="http://schemas.openxmlformats.org/drawingml/2006/main">
            <a:off x="1222419" y="1581150"/>
            <a:ext cx="9747162" cy="41814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60372-AEF9-4444-B694-845734DF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buNone/>
              <a:defRPr sz="1350">
                <a:solidFill>
                  <a:srgbClr val="5B737E"/>
                </a:solidFill>
              </a:defRPr>
            </a:lvl1pPr>
            <a:lvl2pPr algn="l">
              <a:buNone/>
              <a:defRPr sz="1350">
                <a:solidFill>
                  <a:srgbClr val="5B737E"/>
                </a:solidFill>
              </a:defRPr>
            </a:lvl2pPr>
            <a:lvl3pPr algn="l">
              <a:buNone/>
              <a:defRPr sz="1350">
                <a:solidFill>
                  <a:srgbClr val="5B737E"/>
                </a:solidFill>
              </a:defRPr>
            </a:lvl3pPr>
            <a:lvl4pPr algn="l">
              <a:buNone/>
              <a:defRPr sz="1350">
                <a:solidFill>
                  <a:srgbClr val="5B737E"/>
                </a:solidFill>
              </a:defRPr>
            </a:lvl4pPr>
            <a:lvl5pPr algn="l">
              <a:buNone/>
              <a:defRPr sz="1350">
                <a:solidFill>
                  <a:srgbClr val="5B737E"/>
                </a:solidFill>
              </a:defRPr>
            </a:lvl5pPr>
            <a:lvl6pPr algn="l">
              <a:buNone/>
              <a:defRPr sz="1350">
                <a:solidFill>
                  <a:srgbClr val="5B737E"/>
                </a:solidFill>
              </a:defRPr>
            </a:lvl6pPr>
            <a:lvl7pPr algn="l">
              <a:buNone/>
              <a:defRPr sz="1350">
                <a:solidFill>
                  <a:srgbClr val="5B737E"/>
                </a:solidFill>
              </a:defRPr>
            </a:lvl7pPr>
            <a:lvl8pPr algn="l">
              <a:buNone/>
              <a:defRPr sz="1350">
                <a:solidFill>
                  <a:srgbClr val="5B737E"/>
                </a:solidFill>
              </a:defRPr>
            </a:lvl8pPr>
            <a:lvl9pPr algn="l">
              <a:buNone/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buNone/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点击 ECharts 节点可定位原始轮次。默认时间为语料结束时间。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E2FA9-416C-4768-93D6-B6FCA23D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buNone/>
              <a:defRPr sz="1125">
                <a:solidFill>
                  <a:srgbClr val="73838A"/>
                </a:solidFill>
              </a:defRPr>
            </a:lvl1pPr>
            <a:lvl2pPr algn="l">
              <a:buNone/>
              <a:defRPr sz="1125">
                <a:solidFill>
                  <a:srgbClr val="73838A"/>
                </a:solidFill>
              </a:defRPr>
            </a:lvl2pPr>
            <a:lvl3pPr algn="l">
              <a:buNone/>
              <a:defRPr sz="1125">
                <a:solidFill>
                  <a:srgbClr val="73838A"/>
                </a:solidFill>
              </a:defRPr>
            </a:lvl3pPr>
            <a:lvl4pPr algn="l">
              <a:buNone/>
              <a:defRPr sz="1125">
                <a:solidFill>
                  <a:srgbClr val="73838A"/>
                </a:solidFill>
              </a:defRPr>
            </a:lvl4pPr>
            <a:lvl5pPr algn="l">
              <a:buNone/>
              <a:defRPr sz="1125">
                <a:solidFill>
                  <a:srgbClr val="73838A"/>
                </a:solidFill>
              </a:defRPr>
            </a:lvl5pPr>
            <a:lvl6pPr algn="l">
              <a:buNone/>
              <a:defRPr sz="1125">
                <a:solidFill>
                  <a:srgbClr val="73838A"/>
                </a:solidFill>
              </a:defRPr>
            </a:lvl6pPr>
            <a:lvl7pPr algn="l">
              <a:buNone/>
              <a:defRPr sz="1125">
                <a:solidFill>
                  <a:srgbClr val="73838A"/>
                </a:solidFill>
              </a:defRPr>
            </a:lvl7pPr>
            <a:lvl8pPr algn="l">
              <a:buNone/>
              <a:defRPr sz="1125">
                <a:solidFill>
                  <a:srgbClr val="73838A"/>
                </a:solidFill>
              </a:defRPr>
            </a:lvl8pPr>
            <a:lvl9pPr algn="l">
              <a:buNone/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buNone/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12558987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8BE0A-F51C-490A-BDCE-CB0AD26C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buNone/>
              <a:defRPr sz="3150">
                <a:solidFill>
                  <a:srgbClr val="173B4B"/>
                </a:solidFill>
              </a:defRPr>
            </a:lvl1pPr>
            <a:lvl2pPr algn="l">
              <a:buNone/>
              <a:defRPr sz="3150">
                <a:solidFill>
                  <a:srgbClr val="173B4B"/>
                </a:solidFill>
              </a:defRPr>
            </a:lvl2pPr>
            <a:lvl3pPr algn="l">
              <a:buNone/>
              <a:defRPr sz="3150">
                <a:solidFill>
                  <a:srgbClr val="173B4B"/>
                </a:solidFill>
              </a:defRPr>
            </a:lvl3pPr>
            <a:lvl4pPr algn="l">
              <a:buNone/>
              <a:defRPr sz="3150">
                <a:solidFill>
                  <a:srgbClr val="173B4B"/>
                </a:solidFill>
              </a:defRPr>
            </a:lvl4pPr>
            <a:lvl5pPr algn="l">
              <a:buNone/>
              <a:defRPr sz="3150">
                <a:solidFill>
                  <a:srgbClr val="173B4B"/>
                </a:solidFill>
              </a:defRPr>
            </a:lvl5pPr>
            <a:lvl6pPr algn="l">
              <a:buNone/>
              <a:defRPr sz="3150">
                <a:solidFill>
                  <a:srgbClr val="173B4B"/>
                </a:solidFill>
              </a:defRPr>
            </a:lvl6pPr>
            <a:lvl7pPr algn="l">
              <a:buNone/>
              <a:defRPr sz="3150">
                <a:solidFill>
                  <a:srgbClr val="173B4B"/>
                </a:solidFill>
              </a:defRPr>
            </a:lvl7pPr>
            <a:lvl8pPr algn="l">
              <a:buNone/>
              <a:defRPr sz="3150">
                <a:solidFill>
                  <a:srgbClr val="173B4B"/>
                </a:solidFill>
              </a:defRPr>
            </a:lvl8pPr>
            <a:lvl9pPr algn="l">
              <a:buNone/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buNone/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测试与浏览器验证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ED56D-144F-4E9D-9609-4BBA5DD0FFB9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69180"/>
                <a:gridCol w="2705100"/>
                <a:gridCol w="3246120"/>
              </a:tblGrid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原行为 / 指标 / API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+ 6 + 5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真实数据与隔离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本地模型与末尾窗口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归档通过；本次跳过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81915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真实数据四条路径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10/20 归档证据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3A831-7B72-4423-85D0-7E5D4E08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buNone/>
              <a:defRPr sz="1350">
                <a:solidFill>
                  <a:srgbClr val="5B737E"/>
                </a:solidFill>
              </a:defRPr>
            </a:lvl1pPr>
            <a:lvl2pPr algn="l">
              <a:buNone/>
              <a:defRPr sz="1350">
                <a:solidFill>
                  <a:srgbClr val="5B737E"/>
                </a:solidFill>
              </a:defRPr>
            </a:lvl2pPr>
            <a:lvl3pPr algn="l">
              <a:buNone/>
              <a:defRPr sz="1350">
                <a:solidFill>
                  <a:srgbClr val="5B737E"/>
                </a:solidFill>
              </a:defRPr>
            </a:lvl3pPr>
            <a:lvl4pPr algn="l">
              <a:buNone/>
              <a:defRPr sz="1350">
                <a:solidFill>
                  <a:srgbClr val="5B737E"/>
                </a:solidFill>
              </a:defRPr>
            </a:lvl4pPr>
            <a:lvl5pPr algn="l">
              <a:buNone/>
              <a:defRPr sz="1350">
                <a:solidFill>
                  <a:srgbClr val="5B737E"/>
                </a:solidFill>
              </a:defRPr>
            </a:lvl5pPr>
            <a:lvl6pPr algn="l">
              <a:buNone/>
              <a:defRPr sz="1350">
                <a:solidFill>
                  <a:srgbClr val="5B737E"/>
                </a:solidFill>
              </a:defRPr>
            </a:lvl6pPr>
            <a:lvl7pPr algn="l">
              <a:buNone/>
              <a:defRPr sz="1350">
                <a:solidFill>
                  <a:srgbClr val="5B737E"/>
                </a:solidFill>
              </a:defRPr>
            </a:lvl7pPr>
            <a:lvl8pPr algn="l">
              <a:buNone/>
              <a:defRPr sz="1350">
                <a:solidFill>
                  <a:srgbClr val="5B737E"/>
                </a:solidFill>
              </a:defRPr>
            </a:lvl8pPr>
            <a:lvl9pPr algn="l">
              <a:buNone/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buNone/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10/20 归档：54 项通过；10/22 复测：49 通过、5 项模型测试跳过。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C54F9-FC97-4444-B879-63385FA8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buNone/>
              <a:defRPr sz="1125">
                <a:solidFill>
                  <a:srgbClr val="73838A"/>
                </a:solidFill>
              </a:defRPr>
            </a:lvl1pPr>
            <a:lvl2pPr algn="l">
              <a:buNone/>
              <a:defRPr sz="1125">
                <a:solidFill>
                  <a:srgbClr val="73838A"/>
                </a:solidFill>
              </a:defRPr>
            </a:lvl2pPr>
            <a:lvl3pPr algn="l">
              <a:buNone/>
              <a:defRPr sz="1125">
                <a:solidFill>
                  <a:srgbClr val="73838A"/>
                </a:solidFill>
              </a:defRPr>
            </a:lvl3pPr>
            <a:lvl4pPr algn="l">
              <a:buNone/>
              <a:defRPr sz="1125">
                <a:solidFill>
                  <a:srgbClr val="73838A"/>
                </a:solidFill>
              </a:defRPr>
            </a:lvl4pPr>
            <a:lvl5pPr algn="l">
              <a:buNone/>
              <a:defRPr sz="1125">
                <a:solidFill>
                  <a:srgbClr val="73838A"/>
                </a:solidFill>
              </a:defRPr>
            </a:lvl5pPr>
            <a:lvl6pPr algn="l">
              <a:buNone/>
              <a:defRPr sz="1125">
                <a:solidFill>
                  <a:srgbClr val="73838A"/>
                </a:solidFill>
              </a:defRPr>
            </a:lvl6pPr>
            <a:lvl7pPr algn="l">
              <a:buNone/>
              <a:defRPr sz="1125">
                <a:solidFill>
                  <a:srgbClr val="73838A"/>
                </a:solidFill>
              </a:defRPr>
            </a:lvl7pPr>
            <a:lvl8pPr algn="l">
              <a:buNone/>
              <a:defRPr sz="1125">
                <a:solidFill>
                  <a:srgbClr val="73838A"/>
                </a:solidFill>
              </a:defRPr>
            </a:lvl8pPr>
            <a:lvl9pPr algn="l">
              <a:buNone/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buNone/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20973143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A1D80-F238-4ECF-B92B-467AB1BE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buNone/>
              <a:defRPr sz="3150">
                <a:solidFill>
                  <a:srgbClr val="173B4B"/>
                </a:solidFill>
              </a:defRPr>
            </a:lvl1pPr>
            <a:lvl2pPr algn="l">
              <a:buNone/>
              <a:defRPr sz="3150">
                <a:solidFill>
                  <a:srgbClr val="173B4B"/>
                </a:solidFill>
              </a:defRPr>
            </a:lvl2pPr>
            <a:lvl3pPr algn="l">
              <a:buNone/>
              <a:defRPr sz="3150">
                <a:solidFill>
                  <a:srgbClr val="173B4B"/>
                </a:solidFill>
              </a:defRPr>
            </a:lvl3pPr>
            <a:lvl4pPr algn="l">
              <a:buNone/>
              <a:defRPr sz="3150">
                <a:solidFill>
                  <a:srgbClr val="173B4B"/>
                </a:solidFill>
              </a:defRPr>
            </a:lvl4pPr>
            <a:lvl5pPr algn="l">
              <a:buNone/>
              <a:defRPr sz="3150">
                <a:solidFill>
                  <a:srgbClr val="173B4B"/>
                </a:solidFill>
              </a:defRPr>
            </a:lvl5pPr>
            <a:lvl6pPr algn="l">
              <a:buNone/>
              <a:defRPr sz="3150">
                <a:solidFill>
                  <a:srgbClr val="173B4B"/>
                </a:solidFill>
              </a:defRPr>
            </a:lvl6pPr>
            <a:lvl7pPr algn="l">
              <a:buNone/>
              <a:defRPr sz="3150">
                <a:solidFill>
                  <a:srgbClr val="173B4B"/>
                </a:solidFill>
              </a:defRPr>
            </a:lvl7pPr>
            <a:lvl8pPr algn="l">
              <a:buNone/>
              <a:defRPr sz="3150">
                <a:solidFill>
                  <a:srgbClr val="173B4B"/>
                </a:solidFill>
              </a:defRPr>
            </a:lvl8pPr>
            <a:lvl9pPr algn="l">
              <a:buNone/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buNone/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对照实验与运行配置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1459B-DA4F-46F4-A13A-B34183EB6A4A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4111752"/>
                <a:gridCol w="3678936"/>
              </a:tblGrid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相同部分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T w="9525">
                      <a:solidFill>
                        <a:srgbClr val="D9E3E7"/>
                      </a:solidFill>
                      <a:prstDash val="solid"/>
                    </a:lnT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173B4B"/>
                    </a:solidFill>
                  </a:tcPr>
                </a:tc>
              </a:tr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Full Text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DistilBERT 抽取式回答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遍历完整历史窗口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Vector RAG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MiniLM，K=10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直接使用候选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23938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Dynamic Vector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7"/>
                      </a:solidFill>
                      <a:prstDash val="solid"/>
                    </a:lnL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相同候选与回答器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E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过滤与状态解析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7"/>
                      </a:solidFill>
                      <a:prstDash val="solid"/>
                    </a:lnR>
                    <a:lnB w="9525">
                      <a:solidFill>
                        <a:srgbClr val="D9E3E7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17010-9837-49F4-A709-CA6C4448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buNone/>
              <a:defRPr sz="1350">
                <a:solidFill>
                  <a:srgbClr val="5B737E"/>
                </a:solidFill>
              </a:defRPr>
            </a:lvl1pPr>
            <a:lvl2pPr algn="l">
              <a:buNone/>
              <a:defRPr sz="1350">
                <a:solidFill>
                  <a:srgbClr val="5B737E"/>
                </a:solidFill>
              </a:defRPr>
            </a:lvl2pPr>
            <a:lvl3pPr algn="l">
              <a:buNone/>
              <a:defRPr sz="1350">
                <a:solidFill>
                  <a:srgbClr val="5B737E"/>
                </a:solidFill>
              </a:defRPr>
            </a:lvl3pPr>
            <a:lvl4pPr algn="l">
              <a:buNone/>
              <a:defRPr sz="1350">
                <a:solidFill>
                  <a:srgbClr val="5B737E"/>
                </a:solidFill>
              </a:defRPr>
            </a:lvl4pPr>
            <a:lvl5pPr algn="l">
              <a:buNone/>
              <a:defRPr sz="1350">
                <a:solidFill>
                  <a:srgbClr val="5B737E"/>
                </a:solidFill>
              </a:defRPr>
            </a:lvl5pPr>
            <a:lvl6pPr algn="l">
              <a:buNone/>
              <a:defRPr sz="1350">
                <a:solidFill>
                  <a:srgbClr val="5B737E"/>
                </a:solidFill>
              </a:defRPr>
            </a:lvl6pPr>
            <a:lvl7pPr algn="l">
              <a:buNone/>
              <a:defRPr sz="1350">
                <a:solidFill>
                  <a:srgbClr val="5B737E"/>
                </a:solidFill>
              </a:defRPr>
            </a:lvl7pPr>
            <a:lvl8pPr algn="l">
              <a:buNone/>
              <a:defRPr sz="1350">
                <a:solidFill>
                  <a:srgbClr val="5B737E"/>
                </a:solidFill>
              </a:defRPr>
            </a:lvl8pPr>
            <a:lvl9pPr algn="l">
              <a:buNone/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buNone/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开发 30 题、留出 16 题。抽样规则与完整题单随包。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BD1DB-CE2E-4FF2-ADB5-11B66C58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buNone/>
              <a:defRPr sz="1125">
                <a:solidFill>
                  <a:srgbClr val="73838A"/>
                </a:solidFill>
              </a:defRPr>
            </a:lvl1pPr>
            <a:lvl2pPr algn="l">
              <a:buNone/>
              <a:defRPr sz="1125">
                <a:solidFill>
                  <a:srgbClr val="73838A"/>
                </a:solidFill>
              </a:defRPr>
            </a:lvl2pPr>
            <a:lvl3pPr algn="l">
              <a:buNone/>
              <a:defRPr sz="1125">
                <a:solidFill>
                  <a:srgbClr val="73838A"/>
                </a:solidFill>
              </a:defRPr>
            </a:lvl3pPr>
            <a:lvl4pPr algn="l">
              <a:buNone/>
              <a:defRPr sz="1125">
                <a:solidFill>
                  <a:srgbClr val="73838A"/>
                </a:solidFill>
              </a:defRPr>
            </a:lvl4pPr>
            <a:lvl5pPr algn="l">
              <a:buNone/>
              <a:defRPr sz="1125">
                <a:solidFill>
                  <a:srgbClr val="73838A"/>
                </a:solidFill>
              </a:defRPr>
            </a:lvl5pPr>
            <a:lvl6pPr algn="l">
              <a:buNone/>
              <a:defRPr sz="1125">
                <a:solidFill>
                  <a:srgbClr val="73838A"/>
                </a:solidFill>
              </a:defRPr>
            </a:lvl6pPr>
            <a:lvl7pPr algn="l">
              <a:buNone/>
              <a:defRPr sz="1125">
                <a:solidFill>
                  <a:srgbClr val="73838A"/>
                </a:solidFill>
              </a:defRPr>
            </a:lvl7pPr>
            <a:lvl8pPr algn="l">
              <a:buNone/>
              <a:defRPr sz="1125">
                <a:solidFill>
                  <a:srgbClr val="73838A"/>
                </a:solidFill>
              </a:defRPr>
            </a:lvl8pPr>
            <a:lvl9pPr algn="l">
              <a:buNone/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buNone/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7682670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E12A6-A72E-4132-8B79-B9789976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>
                <a:solidFill>
                  <a:srgbClr val="173B4B"/>
                </a:solidFill>
              </a:defRPr>
            </a:defPPr>
            <a:lvl1pPr algn="l">
              <a:buNone/>
              <a:defRPr sz="3150">
                <a:solidFill>
                  <a:srgbClr val="173B4B"/>
                </a:solidFill>
              </a:defRPr>
            </a:lvl1pPr>
            <a:lvl2pPr algn="l">
              <a:buNone/>
              <a:defRPr sz="3150">
                <a:solidFill>
                  <a:srgbClr val="173B4B"/>
                </a:solidFill>
              </a:defRPr>
            </a:lvl2pPr>
            <a:lvl3pPr algn="l">
              <a:buNone/>
              <a:defRPr sz="3150">
                <a:solidFill>
                  <a:srgbClr val="173B4B"/>
                </a:solidFill>
              </a:defRPr>
            </a:lvl3pPr>
            <a:lvl4pPr algn="l">
              <a:buNone/>
              <a:defRPr sz="3150">
                <a:solidFill>
                  <a:srgbClr val="173B4B"/>
                </a:solidFill>
              </a:defRPr>
            </a:lvl4pPr>
            <a:lvl5pPr algn="l">
              <a:buNone/>
              <a:defRPr sz="3150">
                <a:solidFill>
                  <a:srgbClr val="173B4B"/>
                </a:solidFill>
              </a:defRPr>
            </a:lvl5pPr>
            <a:lvl6pPr algn="l">
              <a:buNone/>
              <a:defRPr sz="3150">
                <a:solidFill>
                  <a:srgbClr val="173B4B"/>
                </a:solidFill>
              </a:defRPr>
            </a:lvl6pPr>
            <a:lvl7pPr algn="l">
              <a:buNone/>
              <a:defRPr sz="3150">
                <a:solidFill>
                  <a:srgbClr val="173B4B"/>
                </a:solidFill>
              </a:defRPr>
            </a:lvl7pPr>
            <a:lvl8pPr algn="l">
              <a:buNone/>
              <a:defRPr sz="3150">
                <a:solidFill>
                  <a:srgbClr val="173B4B"/>
                </a:solidFill>
              </a:defRPr>
            </a:lvl8pPr>
            <a:lvl9pPr algn="l">
              <a:buNone/>
              <a:defRPr sz="3150">
                <a:solidFill>
                  <a:srgbClr val="173B4B"/>
                </a:solidFill>
              </a:defRPr>
            </a:lvl9pPr>
          </a:lstStyle>
          <a:p xmlns:a="http://schemas.openxmlformats.org/drawingml/2006/main">
            <a:pPr algn="l">
              <a:buNone/>
              <a:defRPr sz="3150">
                <a:solidFill>
                  <a:srgbClr val="173B4B"/>
                </a:solidFill>
              </a:defRPr>
            </a:pPr>
            <a:r>
              <a:rPr sz="3150" b="1">
                <a:solidFill>
                  <a:srgbClr val="173B4B"/>
                </a:solidFill>
                <a:latin typeface="Microsoft YaHei"/>
                <a:ea typeface="Microsoft YaHei"/>
                <a:cs typeface="Microsoft YaHei"/>
              </a:rPr>
              <a:t>现场演示与交付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892D3-AA2E-4D23-91AD-F26773C0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>
                <a:solidFill>
                  <a:srgbClr val="263E4A"/>
                </a:solidFill>
              </a:defRPr>
            </a:defPPr>
            <a:lvl1pPr algn="l">
              <a:buNone/>
              <a:defRPr sz="2100">
                <a:solidFill>
                  <a:srgbClr val="263E4A"/>
                </a:solidFill>
              </a:defRPr>
            </a:lvl1pPr>
            <a:lvl2pPr algn="l">
              <a:buNone/>
              <a:defRPr sz="2100">
                <a:solidFill>
                  <a:srgbClr val="263E4A"/>
                </a:solidFill>
              </a:defRPr>
            </a:lvl2pPr>
            <a:lvl3pPr algn="l">
              <a:buNone/>
              <a:defRPr sz="2100">
                <a:solidFill>
                  <a:srgbClr val="263E4A"/>
                </a:solidFill>
              </a:defRPr>
            </a:lvl3pPr>
            <a:lvl4pPr algn="l">
              <a:buNone/>
              <a:defRPr sz="2100">
                <a:solidFill>
                  <a:srgbClr val="263E4A"/>
                </a:solidFill>
              </a:defRPr>
            </a:lvl4pPr>
            <a:lvl5pPr algn="l">
              <a:buNone/>
              <a:defRPr sz="2100">
                <a:solidFill>
                  <a:srgbClr val="263E4A"/>
                </a:solidFill>
              </a:defRPr>
            </a:lvl5pPr>
            <a:lvl6pPr algn="l">
              <a:buNone/>
              <a:defRPr sz="2100">
                <a:solidFill>
                  <a:srgbClr val="263E4A"/>
                </a:solidFill>
              </a:defRPr>
            </a:lvl6pPr>
            <a:lvl7pPr algn="l">
              <a:buNone/>
              <a:defRPr sz="2100">
                <a:solidFill>
                  <a:srgbClr val="263E4A"/>
                </a:solidFill>
              </a:defRPr>
            </a:lvl7pPr>
            <a:lvl8pPr algn="l">
              <a:buNone/>
              <a:defRPr sz="2100">
                <a:solidFill>
                  <a:srgbClr val="263E4A"/>
                </a:solidFill>
              </a:defRPr>
            </a:lvl8pPr>
            <a:lvl9pPr algn="l">
              <a:buNone/>
              <a:defRPr sz="2100">
                <a:solidFill>
                  <a:srgbClr val="263E4A"/>
                </a:solidFill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263E4A"/>
                </a:solidFill>
              </a:defRPr>
            </a:pPr>
            <a:r>
              <a:rPr sz="2100" b="0">
                <a:solidFill>
                  <a:srgbClr val="263E4A"/>
                </a:solidFill>
                <a:latin typeface="Microsoft YaHei"/>
                <a:ea typeface="Microsoft YaHei"/>
                <a:cs typeface="Microsoft YaHei"/>
              </a:rPr>
              <a:t>运行 run.bat；首次联网下载模型，之后离线推理。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7DD9A-2E8E-48BB-BCC9-12C12D94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>
                <a:solidFill>
                  <a:srgbClr val="263E4A"/>
                </a:solidFill>
              </a:defRPr>
            </a:defPPr>
            <a:lvl1pPr algn="l">
              <a:buNone/>
              <a:defRPr sz="2100">
                <a:solidFill>
                  <a:srgbClr val="263E4A"/>
                </a:solidFill>
              </a:defRPr>
            </a:lvl1pPr>
            <a:lvl2pPr algn="l">
              <a:buNone/>
              <a:defRPr sz="2100">
                <a:solidFill>
                  <a:srgbClr val="263E4A"/>
                </a:solidFill>
              </a:defRPr>
            </a:lvl2pPr>
            <a:lvl3pPr algn="l">
              <a:buNone/>
              <a:defRPr sz="2100">
                <a:solidFill>
                  <a:srgbClr val="263E4A"/>
                </a:solidFill>
              </a:defRPr>
            </a:lvl3pPr>
            <a:lvl4pPr algn="l">
              <a:buNone/>
              <a:defRPr sz="2100">
                <a:solidFill>
                  <a:srgbClr val="263E4A"/>
                </a:solidFill>
              </a:defRPr>
            </a:lvl4pPr>
            <a:lvl5pPr algn="l">
              <a:buNone/>
              <a:defRPr sz="2100">
                <a:solidFill>
                  <a:srgbClr val="263E4A"/>
                </a:solidFill>
              </a:defRPr>
            </a:lvl5pPr>
            <a:lvl6pPr algn="l">
              <a:buNone/>
              <a:defRPr sz="2100">
                <a:solidFill>
                  <a:srgbClr val="263E4A"/>
                </a:solidFill>
              </a:defRPr>
            </a:lvl6pPr>
            <a:lvl7pPr algn="l">
              <a:buNone/>
              <a:defRPr sz="2100">
                <a:solidFill>
                  <a:srgbClr val="263E4A"/>
                </a:solidFill>
              </a:defRPr>
            </a:lvl7pPr>
            <a:lvl8pPr algn="l">
              <a:buNone/>
              <a:defRPr sz="2100">
                <a:solidFill>
                  <a:srgbClr val="263E4A"/>
                </a:solidFill>
              </a:defRPr>
            </a:lvl8pPr>
            <a:lvl9pPr algn="l">
              <a:buNone/>
              <a:defRPr sz="2100">
                <a:solidFill>
                  <a:srgbClr val="263E4A"/>
                </a:solidFill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263E4A"/>
                </a:solidFill>
              </a:defRPr>
            </a:pPr>
            <a:r>
              <a:rPr sz="2100" b="0">
                <a:solidFill>
                  <a:srgbClr val="263E4A"/>
                </a:solidFill>
                <a:latin typeface="Microsoft YaHei"/>
                <a:ea typeface="Microsoft YaHei"/>
                <a:cs typeface="Microsoft YaHei"/>
              </a:rPr>
              <a:t>演示当前阶段、历史日期、通用向量问答和原始来源。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E56F7-470F-468C-914D-82EE2D5D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>
                <a:solidFill>
                  <a:srgbClr val="263E4A"/>
                </a:solidFill>
              </a:defRPr>
            </a:defPPr>
            <a:lvl1pPr algn="l">
              <a:buNone/>
              <a:defRPr sz="2100">
                <a:solidFill>
                  <a:srgbClr val="263E4A"/>
                </a:solidFill>
              </a:defRPr>
            </a:lvl1pPr>
            <a:lvl2pPr algn="l">
              <a:buNone/>
              <a:defRPr sz="2100">
                <a:solidFill>
                  <a:srgbClr val="263E4A"/>
                </a:solidFill>
              </a:defRPr>
            </a:lvl2pPr>
            <a:lvl3pPr algn="l">
              <a:buNone/>
              <a:defRPr sz="2100">
                <a:solidFill>
                  <a:srgbClr val="263E4A"/>
                </a:solidFill>
              </a:defRPr>
            </a:lvl3pPr>
            <a:lvl4pPr algn="l">
              <a:buNone/>
              <a:defRPr sz="2100">
                <a:solidFill>
                  <a:srgbClr val="263E4A"/>
                </a:solidFill>
              </a:defRPr>
            </a:lvl4pPr>
            <a:lvl5pPr algn="l">
              <a:buNone/>
              <a:defRPr sz="2100">
                <a:solidFill>
                  <a:srgbClr val="263E4A"/>
                </a:solidFill>
              </a:defRPr>
            </a:lvl5pPr>
            <a:lvl6pPr algn="l">
              <a:buNone/>
              <a:defRPr sz="2100">
                <a:solidFill>
                  <a:srgbClr val="263E4A"/>
                </a:solidFill>
              </a:defRPr>
            </a:lvl6pPr>
            <a:lvl7pPr algn="l">
              <a:buNone/>
              <a:defRPr sz="2100">
                <a:solidFill>
                  <a:srgbClr val="263E4A"/>
                </a:solidFill>
              </a:defRPr>
            </a:lvl7pPr>
            <a:lvl8pPr algn="l">
              <a:buNone/>
              <a:defRPr sz="2100">
                <a:solidFill>
                  <a:srgbClr val="263E4A"/>
                </a:solidFill>
              </a:defRPr>
            </a:lvl8pPr>
            <a:lvl9pPr algn="l">
              <a:buNone/>
              <a:defRPr sz="2100">
                <a:solidFill>
                  <a:srgbClr val="263E4A"/>
                </a:solidFill>
              </a:defRPr>
            </a:lvl9pPr>
          </a:lstStyle>
          <a:p xmlns:a="http://schemas.openxmlformats.org/drawingml/2006/main">
            <a:pPr algn="l">
              <a:buNone/>
              <a:defRPr sz="2100">
                <a:solidFill>
                  <a:srgbClr val="263E4A"/>
                </a:solidFill>
              </a:defRPr>
            </a:pPr>
            <a:r>
              <a:rPr sz="2100" b="0">
                <a:solidFill>
                  <a:srgbClr val="263E4A"/>
                </a:solidFill>
                <a:latin typeface="Microsoft YaHei"/>
                <a:ea typeface="Microsoft YaHei"/>
                <a:cs typeface="Microsoft YaHei"/>
              </a:rPr>
              <a:t>交付设计、源码、模型恢复脚本、测试记录与展示。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D5246-B7FE-4A78-A4EF-CBB7DAF0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>
                <a:solidFill>
                  <a:srgbClr val="5B737E"/>
                </a:solidFill>
              </a:defRPr>
            </a:defPPr>
            <a:lvl1pPr algn="l">
              <a:buNone/>
              <a:defRPr sz="1350">
                <a:solidFill>
                  <a:srgbClr val="5B737E"/>
                </a:solidFill>
              </a:defRPr>
            </a:lvl1pPr>
            <a:lvl2pPr algn="l">
              <a:buNone/>
              <a:defRPr sz="1350">
                <a:solidFill>
                  <a:srgbClr val="5B737E"/>
                </a:solidFill>
              </a:defRPr>
            </a:lvl2pPr>
            <a:lvl3pPr algn="l">
              <a:buNone/>
              <a:defRPr sz="1350">
                <a:solidFill>
                  <a:srgbClr val="5B737E"/>
                </a:solidFill>
              </a:defRPr>
            </a:lvl3pPr>
            <a:lvl4pPr algn="l">
              <a:buNone/>
              <a:defRPr sz="1350">
                <a:solidFill>
                  <a:srgbClr val="5B737E"/>
                </a:solidFill>
              </a:defRPr>
            </a:lvl4pPr>
            <a:lvl5pPr algn="l">
              <a:buNone/>
              <a:defRPr sz="1350">
                <a:solidFill>
                  <a:srgbClr val="5B737E"/>
                </a:solidFill>
              </a:defRPr>
            </a:lvl5pPr>
            <a:lvl6pPr algn="l">
              <a:buNone/>
              <a:defRPr sz="1350">
                <a:solidFill>
                  <a:srgbClr val="5B737E"/>
                </a:solidFill>
              </a:defRPr>
            </a:lvl6pPr>
            <a:lvl7pPr algn="l">
              <a:buNone/>
              <a:defRPr sz="1350">
                <a:solidFill>
                  <a:srgbClr val="5B737E"/>
                </a:solidFill>
              </a:defRPr>
            </a:lvl7pPr>
            <a:lvl8pPr algn="l">
              <a:buNone/>
              <a:defRPr sz="1350">
                <a:solidFill>
                  <a:srgbClr val="5B737E"/>
                </a:solidFill>
              </a:defRPr>
            </a:lvl8pPr>
            <a:lvl9pPr algn="l">
              <a:buNone/>
              <a:defRPr sz="1350">
                <a:solidFill>
                  <a:srgbClr val="5B737E"/>
                </a:solidFill>
              </a:defRPr>
            </a:lvl9pPr>
          </a:lstStyle>
          <a:p xmlns:a="http://schemas.openxmlformats.org/drawingml/2006/main">
            <a:pPr algn="l">
              <a:buNone/>
              <a:defRPr sz="1350">
                <a:solidFill>
                  <a:srgbClr val="5B737E"/>
                </a:solidFill>
              </a:defRPr>
            </a:pPr>
            <a:r>
              <a:rPr sz="1350" b="0">
                <a:solidFill>
                  <a:srgbClr val="5B737E"/>
                </a:solidFill>
                <a:latin typeface="Microsoft YaHei"/>
                <a:ea typeface="Microsoft YaHei"/>
                <a:cs typeface="Microsoft YaHei"/>
              </a:rPr>
              <a:t>RISC-V · 演示前完成模型恢复与启动检查。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41D59-3BAB-4780-93AC-D526BCFA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">
                <a:solidFill>
                  <a:srgbClr val="73838A"/>
                </a:solidFill>
              </a:defRPr>
            </a:defPPr>
            <a:lvl1pPr algn="l">
              <a:buNone/>
              <a:defRPr sz="1125">
                <a:solidFill>
                  <a:srgbClr val="73838A"/>
                </a:solidFill>
              </a:defRPr>
            </a:lvl1pPr>
            <a:lvl2pPr algn="l">
              <a:buNone/>
              <a:defRPr sz="1125">
                <a:solidFill>
                  <a:srgbClr val="73838A"/>
                </a:solidFill>
              </a:defRPr>
            </a:lvl2pPr>
            <a:lvl3pPr algn="l">
              <a:buNone/>
              <a:defRPr sz="1125">
                <a:solidFill>
                  <a:srgbClr val="73838A"/>
                </a:solidFill>
              </a:defRPr>
            </a:lvl3pPr>
            <a:lvl4pPr algn="l">
              <a:buNone/>
              <a:defRPr sz="1125">
                <a:solidFill>
                  <a:srgbClr val="73838A"/>
                </a:solidFill>
              </a:defRPr>
            </a:lvl4pPr>
            <a:lvl5pPr algn="l">
              <a:buNone/>
              <a:defRPr sz="1125">
                <a:solidFill>
                  <a:srgbClr val="73838A"/>
                </a:solidFill>
              </a:defRPr>
            </a:lvl5pPr>
            <a:lvl6pPr algn="l">
              <a:buNone/>
              <a:defRPr sz="1125">
                <a:solidFill>
                  <a:srgbClr val="73838A"/>
                </a:solidFill>
              </a:defRPr>
            </a:lvl6pPr>
            <a:lvl7pPr algn="l">
              <a:buNone/>
              <a:defRPr sz="1125">
                <a:solidFill>
                  <a:srgbClr val="73838A"/>
                </a:solidFill>
              </a:defRPr>
            </a:lvl7pPr>
            <a:lvl8pPr algn="l">
              <a:buNone/>
              <a:defRPr sz="1125">
                <a:solidFill>
                  <a:srgbClr val="73838A"/>
                </a:solidFill>
              </a:defRPr>
            </a:lvl8pPr>
            <a:lvl9pPr algn="l">
              <a:buNone/>
              <a:defRPr sz="1125">
                <a:solidFill>
                  <a:srgbClr val="73838A"/>
                </a:solidFill>
              </a:defRPr>
            </a:lvl9pPr>
          </a:lstStyle>
          <a:p xmlns:a="http://schemas.openxmlformats.org/drawingml/2006/main">
            <a:pPr algn="l">
              <a:buNone/>
              <a:defRPr sz="1125">
                <a:solidFill>
                  <a:srgbClr val="73838A"/>
                </a:solidFill>
              </a:defRPr>
            </a:pPr>
            <a:r>
              <a:rPr sz="1125" b="0">
                <a:solidFill>
                  <a:srgbClr val="73838A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822618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2026-10-22T06:19:05.7180000Z</dcterms:created>
  <dcterms:modified xsi:type="dcterms:W3CDTF">2026-10-22T06:19:05.7180000Z</dcterms:modified>
</coreProperties>
</file>
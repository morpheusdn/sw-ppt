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e1fc0e5e7d443e" /><Relationship Type="http://schemas.openxmlformats.org/officeDocument/2006/relationships/extended-properties" Target="/docProps/app.xml" Id="R28dde252ad93407d" /><Relationship Type="http://schemas.openxmlformats.org/officeDocument/2006/relationships/officeDocument" Target="/ppt/presentation.xml" Id="R1fcd4e3874d94b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3b67e468d2493d"/>
  </p:sldMasterIdLst>
  <p:notesMasterIdLst>
    <p:notesMasterId xmlns:r="http://schemas.openxmlformats.org/officeDocument/2006/relationships" r:id="R6b625c05677c4930"/>
  </p:notesMasterIdLst>
  <p:sldIdLst>
    <p:sldId xmlns:r="http://schemas.openxmlformats.org/officeDocument/2006/relationships" id="256" r:id="R3d76b040222c44af"/>
    <p:sldId xmlns:r="http://schemas.openxmlformats.org/officeDocument/2006/relationships" id="257" r:id="R17ee86002b9349be"/>
    <p:sldId xmlns:r="http://schemas.openxmlformats.org/officeDocument/2006/relationships" id="258" r:id="Ree175c18eacb4095"/>
    <p:sldId xmlns:r="http://schemas.openxmlformats.org/officeDocument/2006/relationships" id="259" r:id="R45e8f6db7a21488e"/>
    <p:sldId xmlns:r="http://schemas.openxmlformats.org/officeDocument/2006/relationships" id="260" r:id="Race7569b637f407a"/>
    <p:sldId xmlns:r="http://schemas.openxmlformats.org/officeDocument/2006/relationships" id="261" r:id="R6d3214f3a5a4499a"/>
    <p:sldId xmlns:r="http://schemas.openxmlformats.org/officeDocument/2006/relationships" id="262" r:id="R32dfe8d85ada401b"/>
    <p:sldId xmlns:r="http://schemas.openxmlformats.org/officeDocument/2006/relationships" id="263" r:id="R4670af85152442cf"/>
    <p:sldId xmlns:r="http://schemas.openxmlformats.org/officeDocument/2006/relationships" id="264" r:id="Rfa8ed486462b4c6a"/>
    <p:sldId xmlns:r="http://schemas.openxmlformats.org/officeDocument/2006/relationships" id="265" r:id="R007be3be5ba042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f2489fc6f7429d" /><Relationship Type="http://schemas.openxmlformats.org/officeDocument/2006/relationships/slideMaster" Target="/ppt/slideMasters/slideMaster1.xml" Id="R083b67e468d2493d" /><Relationship Type="http://schemas.openxmlformats.org/officeDocument/2006/relationships/notesMaster" Target="/ppt/notesMasters/notesMaster1.xml" Id="R6b625c05677c4930" /><Relationship Type="http://schemas.openxmlformats.org/officeDocument/2006/relationships/presProps" Target="/ppt/presProps.xml" Id="R22bec9ea43c94298" /><Relationship Type="http://schemas.openxmlformats.org/officeDocument/2006/relationships/tableStyles" Target="/ppt/tableStyles.xml" Id="R143ec0a60a3a4dcc" /><Relationship Type="http://schemas.openxmlformats.org/officeDocument/2006/relationships/slide" Target="/ppt/slides/slide1.xml" Id="R3d76b040222c44af" /><Relationship Type="http://schemas.openxmlformats.org/officeDocument/2006/relationships/slide" Target="/ppt/slides/slide2.xml" Id="R17ee86002b9349be" /><Relationship Type="http://schemas.openxmlformats.org/officeDocument/2006/relationships/slide" Target="/ppt/slides/slide3.xml" Id="Ree175c18eacb4095" /><Relationship Type="http://schemas.openxmlformats.org/officeDocument/2006/relationships/slide" Target="/ppt/slides/slide4.xml" Id="R45e8f6db7a21488e" /><Relationship Type="http://schemas.openxmlformats.org/officeDocument/2006/relationships/slide" Target="/ppt/slides/slide5.xml" Id="Race7569b637f407a" /><Relationship Type="http://schemas.openxmlformats.org/officeDocument/2006/relationships/slide" Target="/ppt/slides/slide6.xml" Id="R6d3214f3a5a4499a" /><Relationship Type="http://schemas.openxmlformats.org/officeDocument/2006/relationships/slide" Target="/ppt/slides/slide7.xml" Id="R32dfe8d85ada401b" /><Relationship Type="http://schemas.openxmlformats.org/officeDocument/2006/relationships/slide" Target="/ppt/slides/slide8.xml" Id="R4670af85152442cf" /><Relationship Type="http://schemas.openxmlformats.org/officeDocument/2006/relationships/slide" Target="/ppt/slides/slide9.xml" Id="Rfa8ed486462b4c6a" /><Relationship Type="http://schemas.openxmlformats.org/officeDocument/2006/relationships/slide" Target="/ppt/slides/slide10.xml" Id="R007be3be5ba042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23f99c0ad54d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1ef5eb9d6e4714" /><Relationship Type="http://schemas.openxmlformats.org/officeDocument/2006/relationships/notesMaster" Target="/ppt/notesMasters/notesMaster1.xml" Id="R1714c119aa3942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f1476eb3a64bcc" /><Relationship Type="http://schemas.openxmlformats.org/officeDocument/2006/relationships/notesMaster" Target="/ppt/notesMasters/notesMaster1.xml" Id="Rcd3b282b06ec49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51950540194352" /><Relationship Type="http://schemas.openxmlformats.org/officeDocument/2006/relationships/notesMaster" Target="/ppt/notesMasters/notesMaster1.xml" Id="R0291298cb66142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d2d2d41cf347e3" /><Relationship Type="http://schemas.openxmlformats.org/officeDocument/2006/relationships/notesMaster" Target="/ppt/notesMasters/notesMaster1.xml" Id="R467c73b766894e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b9f3dfe1224932" /><Relationship Type="http://schemas.openxmlformats.org/officeDocument/2006/relationships/notesMaster" Target="/ppt/notesMasters/notesMaster1.xml" Id="R01189adc3afb4e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077f892b894721" /><Relationship Type="http://schemas.openxmlformats.org/officeDocument/2006/relationships/notesMaster" Target="/ppt/notesMasters/notesMaster1.xml" Id="R40bf608e93c54a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045cba8f804bb8" /><Relationship Type="http://schemas.openxmlformats.org/officeDocument/2006/relationships/notesMaster" Target="/ppt/notesMasters/notesMaster1.xml" Id="R1bb63bf7023b40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6aa7e204c64046" /><Relationship Type="http://schemas.openxmlformats.org/officeDocument/2006/relationships/notesMaster" Target="/ppt/notesMasters/notesMaster1.xml" Id="Rfabf0c09ea784c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37c949d3964794" /><Relationship Type="http://schemas.openxmlformats.org/officeDocument/2006/relationships/notesMaster" Target="/ppt/notesMasters/notesMaster1.xml" Id="R1082d8f05c3c49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ea665d3492477c" /><Relationship Type="http://schemas.openxmlformats.org/officeDocument/2006/relationships/notesMaster" Target="/ppt/notesMasters/notesMaster1.xml" Id="Rb286cf0f73424a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本版本使用真实公开 LoCoMo 和本地模型。数据划分为项目预设，动态标准为自建诊断，均与课程官方成绩区分。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交付围绕课程的两个核心要求：长期对话的可追溯记忆和查询驱动的动态解析。本次不是只有报告，还提供了可运行应用、模型、数据与实际结果。需要强调结构化规则的覆盖范围和当前抽取式回答的能力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段依据上游固定顺序自主选择，用户确认无需等待老师指定。每段每个普通题型最多取两题，缺少的题型不补挑，因此开发为三十题。这个小样本只能作项目验证。动态题单独保留原文、标注理由和来源，未经独立人工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比较时固定模型、向量候选、K 和评分规则。全文使用所有历史窗口，没有静默截断。由于回答器是 SQuAD 单跨度模型，这个实验不代表长上下文生成模型的效果。三次运行都重新做推理，CPU 模型无采样，不把重复答案当成显著性证据。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展示实际历史问题的输出。当前阶段为通过面试，但在六月一日，适用证据仍是研究机构。系统保存全部记忆，通过每次查询的时间参照选择有效子集，而不是把数据库状态永久改成最新。图节点和来源文本均可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本轮留出 QA F1：Full Text=0.000，Vector RAG=0.091，Dynamic Vector=0.082。动态方法在 16 题中有 4 题未进入神经回答；候选不变时，解析过滤与拒答会改变答案覆盖率。该小样本结果不支持通用性能提升结论。 单题耗时含缓存首次建立，受同机负载影响。普通问答没有动态黄金关系，因此关系准确率不填造。样本量较小，结果只适用于本轮题目及当前实现。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动态指标需要明确的关系标注，普通 LoCoMo QA 的证据不能自动当作关系标准。本包显式编写了十二题十个关系对，并把漏召回也计入错误。四对正确说明规则覆盖和候选召回仍不足，不能因为人工回归满分就推断真实场景满分。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从保存的逐题结果机械选择，不是重新修改方法得到的示范。候选漏召回会限制解析。单跨度模型即使见到正确证据，也可能答不完整。动态方法保守拒答能表达不确定性，但也可能丢失有用上下文。应分别检查检索、关系和回答，而不是只看最终分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成果是可检查和可复现的工程闭环。动态方法是否更好要由实际数字决定，不能预设一定提升。本轮问题少，且已看过一些留出原文，不称严格盲测。后续要拓展语义能力，复核自建标注，并在扩展题单与复核后的标签上重新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从根目录运行应用；实验可以按协议重跑。模型、数据、文件哈希和逐题预测均随包。原始 M1/M2 和会议、看板资料完整保留。本次没有代发邮件、推送仓库或补造团队活动。正式提交时填入团队编号，核对课程规定的资料与附件命名。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784db94c8a4d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7ac27ec19141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4f15162c69476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6c9d993544c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7f16662c0140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168d27203942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39591F-A4C9-42F5-95AD-57E079188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DE8DE9A-1B3D-4EB3-8783-B52E346015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3263A96-DABB-4019-A8FE-3BCBC717C9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88F21C-0FA5-4681-929C-6E11E5A5EC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93EEA03-519D-40B9-B3B5-A50E4BAF98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B9EE56-6ABC-4024-8934-41690C73A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304F5A-5B36-4D2F-95DF-AF5B86A1A0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53E7BC-CC8C-4141-BB42-D7449E4DD1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45E927-661C-4BF0-8D48-6BF54489F9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294ED1-74B4-41C1-917B-71362F7201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910e7c7335489b" /><Relationship Type="http://schemas.openxmlformats.org/officeDocument/2006/relationships/slideLayout" Target="/ppt/slideLayouts/slideLayout1.xml" Id="R3e632bf2741e4902" /><Relationship Type="http://schemas.openxmlformats.org/officeDocument/2006/relationships/slideLayout" Target="/ppt/slideLayouts/slideLayout2.xml" Id="R89dee18788254aa3" /><Relationship Type="http://schemas.openxmlformats.org/officeDocument/2006/relationships/slideLayout" Target="/ppt/slideLayouts/slideLayout3.xml" Id="R5ebf6b0f35764576" /><Relationship Type="http://schemas.openxmlformats.org/officeDocument/2006/relationships/slideLayout" Target="/ppt/slideLayouts/slideLayout4.xml" Id="Rf9c0a7aeb7a24096" /><Relationship Type="http://schemas.openxmlformats.org/officeDocument/2006/relationships/slideLayout" Target="/ppt/slideLayouts/slideLayout5.xml" Id="R624dcdde8dd7417b" /><Relationship Type="http://schemas.openxmlformats.org/officeDocument/2006/relationships/slideLayout" Target="/ppt/slideLayouts/slideLayout6.xml" Id="R3780f867fd944b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632bf2741e4902"/>
    <p:sldLayoutId xmlns:r="http://schemas.openxmlformats.org/officeDocument/2006/relationships" id="2147483650" r:id="R89dee18788254aa3"/>
    <p:sldLayoutId xmlns:r="http://schemas.openxmlformats.org/officeDocument/2006/relationships" id="2147483651" r:id="R5ebf6b0f35764576"/>
    <p:sldLayoutId xmlns:r="http://schemas.openxmlformats.org/officeDocument/2006/relationships" id="2147483652" r:id="Rf9c0a7aeb7a24096"/>
    <p:sldLayoutId xmlns:r="http://schemas.openxmlformats.org/officeDocument/2006/relationships" id="2147483653" r:id="R624dcdde8dd7417b"/>
    <p:sldLayoutId xmlns:r="http://schemas.openxmlformats.org/officeDocument/2006/relationships" id="2147483654" r:id="R3780f867fd944b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5c2abdfc5b44ff" /><Relationship Type="http://schemas.openxmlformats.org/officeDocument/2006/relationships/notesSlide" Target="/ppt/notesSlides/notesSlide1.xml" Id="Rbbb6edba46a242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f36912f2d1421c" /><Relationship Type="http://schemas.openxmlformats.org/officeDocument/2006/relationships/notesSlide" Target="/ppt/notesSlides/notesSlide2.xml" Id="R2196e8b0b3b54d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0682349ac94d2c" /><Relationship Type="http://schemas.openxmlformats.org/officeDocument/2006/relationships/notesSlide" Target="/ppt/notesSlides/notesSlide3.xml" Id="Ree999dd336434f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4186db1e8b4819" /><Relationship Type="http://schemas.openxmlformats.org/officeDocument/2006/relationships/notesSlide" Target="/ppt/notesSlides/notesSlide4.xml" Id="R1a686ca07f5b48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f6fd1b6113492c" /><Relationship Type="http://schemas.openxmlformats.org/officeDocument/2006/relationships/image" Target="/ppt/media/image.png" Id="R704c1d0633b64802" /><Relationship Type="http://schemas.openxmlformats.org/officeDocument/2006/relationships/notesSlide" Target="/ppt/notesSlides/notesSlide5.xml" Id="Rec2c13f9147948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abd612562a49bf" /><Relationship Type="http://schemas.openxmlformats.org/officeDocument/2006/relationships/notesSlide" Target="/ppt/notesSlides/notesSlide6.xml" Id="Rb6fb39ee53834f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1e71a241d447c" /><Relationship Type="http://schemas.openxmlformats.org/officeDocument/2006/relationships/notesSlide" Target="/ppt/notesSlides/notesSlide7.xml" Id="R74a517c2baf44f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a0dfa5aa244d5d" /><Relationship Type="http://schemas.openxmlformats.org/officeDocument/2006/relationships/notesSlide" Target="/ppt/notesSlides/notesSlide8.xml" Id="R6fb1044d690b4b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3b0d490aff426d" /><Relationship Type="http://schemas.openxmlformats.org/officeDocument/2006/relationships/notesSlide" Target="/ppt/notesSlides/notesSlide9.xml" Id="R0729d39062aa4c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bf4bafdceb4575" /><Relationship Type="http://schemas.openxmlformats.org/officeDocument/2006/relationships/notesSlide" Target="/ppt/notesSlides/notesSlide10.xml" Id="R87513387b47b49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3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C4E65-E59A-43B9-B6A4-626DBB8E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>
                <a:solidFill>
                  <a:srgbClr val="9FCBD0"/>
                </a:solidFill>
              </a:defRPr>
            </a:defPPr>
            <a:lvl1pPr algn="l">
              <a:buNone/>
              <a:defRPr sz="1875">
                <a:solidFill>
                  <a:srgbClr val="9FCBD0"/>
                </a:solidFill>
              </a:defRPr>
            </a:lvl1pPr>
            <a:lvl2pPr algn="l">
              <a:buNone/>
              <a:defRPr sz="1875">
                <a:solidFill>
                  <a:srgbClr val="9FCBD0"/>
                </a:solidFill>
              </a:defRPr>
            </a:lvl2pPr>
            <a:lvl3pPr algn="l">
              <a:buNone/>
              <a:defRPr sz="1875">
                <a:solidFill>
                  <a:srgbClr val="9FCBD0"/>
                </a:solidFill>
              </a:defRPr>
            </a:lvl3pPr>
            <a:lvl4pPr algn="l">
              <a:buNone/>
              <a:defRPr sz="1875">
                <a:solidFill>
                  <a:srgbClr val="9FCBD0"/>
                </a:solidFill>
              </a:defRPr>
            </a:lvl4pPr>
            <a:lvl5pPr algn="l">
              <a:buNone/>
              <a:defRPr sz="1875">
                <a:solidFill>
                  <a:srgbClr val="9FCBD0"/>
                </a:solidFill>
              </a:defRPr>
            </a:lvl5pPr>
            <a:lvl6pPr algn="l">
              <a:buNone/>
              <a:defRPr sz="1875">
                <a:solidFill>
                  <a:srgbClr val="9FCBD0"/>
                </a:solidFill>
              </a:defRPr>
            </a:lvl6pPr>
            <a:lvl7pPr algn="l">
              <a:buNone/>
              <a:defRPr sz="1875">
                <a:solidFill>
                  <a:srgbClr val="9FCBD0"/>
                </a:solidFill>
              </a:defRPr>
            </a:lvl7pPr>
            <a:lvl8pPr algn="l">
              <a:buNone/>
              <a:defRPr sz="1875">
                <a:solidFill>
                  <a:srgbClr val="9FCBD0"/>
                </a:solidFill>
              </a:defRPr>
            </a:lvl8pPr>
            <a:lvl9pPr algn="l">
              <a:buNone/>
              <a:defRPr sz="1875">
                <a:solidFill>
                  <a:srgbClr val="9FCBD0"/>
                </a:solidFill>
              </a:defRPr>
            </a:lvl9pPr>
          </a:lstStyle>
          <a:p xmlns:a="http://schemas.openxmlformats.org/drawingml/2006/main">
            <a:pPr algn="l">
              <a:buNone/>
              <a:defRPr sz="1875">
                <a:solidFill>
                  <a:srgbClr val="9FCBD0"/>
                </a:solidFill>
              </a:defRPr>
            </a:pPr>
            <a:r>
              <a:rPr sz="1875" b="0">
                <a:solidFill>
                  <a:srgbClr val="9FCBD0"/>
                </a:solidFill>
                <a:latin typeface="Microsoft YaHei"/>
                <a:ea typeface="Microsoft YaHei"/>
                <a:cs typeface="Microsoft YaHei"/>
              </a:rPr>
              <a:t>RISC-V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CB0C8-8000-4D34-A476-7F38DB7E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350">
                <a:solidFill>
                  <a:srgbClr val="FFFFFF"/>
                </a:solidFill>
              </a:defRPr>
            </a:defPPr>
            <a:lvl1pPr algn="l">
              <a:buNone/>
              <a:defRPr sz="4350">
                <a:solidFill>
                  <a:srgbClr val="FFFFFF"/>
                </a:solidFill>
              </a:defRPr>
            </a:lvl1pPr>
            <a:lvl2pPr algn="l">
              <a:buNone/>
              <a:defRPr sz="4350">
                <a:solidFill>
                  <a:srgbClr val="FFFFFF"/>
                </a:solidFill>
              </a:defRPr>
            </a:lvl2pPr>
            <a:lvl3pPr algn="l">
              <a:buNone/>
              <a:defRPr sz="4350">
                <a:solidFill>
                  <a:srgbClr val="FFFFFF"/>
                </a:solidFill>
              </a:defRPr>
            </a:lvl3pPr>
            <a:lvl4pPr algn="l">
              <a:buNone/>
              <a:defRPr sz="4350">
                <a:solidFill>
                  <a:srgbClr val="FFFFFF"/>
                </a:solidFill>
              </a:defRPr>
            </a:lvl4pPr>
            <a:lvl5pPr algn="l">
              <a:buNone/>
              <a:defRPr sz="4350">
                <a:solidFill>
                  <a:srgbClr val="FFFFFF"/>
                </a:solidFill>
              </a:defRPr>
            </a:lvl5pPr>
            <a:lvl6pPr algn="l">
              <a:buNone/>
              <a:defRPr sz="4350">
                <a:solidFill>
                  <a:srgbClr val="FFFFFF"/>
                </a:solidFill>
              </a:defRPr>
            </a:lvl6pPr>
            <a:lvl7pPr algn="l">
              <a:buNone/>
              <a:defRPr sz="4350">
                <a:solidFill>
                  <a:srgbClr val="FFFFFF"/>
                </a:solidFill>
              </a:defRPr>
            </a:lvl7pPr>
            <a:lvl8pPr algn="l">
              <a:buNone/>
              <a:defRPr sz="4350">
                <a:solidFill>
                  <a:srgbClr val="FFFFFF"/>
                </a:solidFill>
              </a:defRPr>
            </a:lvl8pPr>
            <a:lvl9pPr algn="l">
              <a:buNone/>
              <a:defRPr sz="435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4350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智能体动态记忆管理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8089F-9AD2-4D35-8D6F-85B3CDBE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>
                <a:solidFill>
                  <a:srgbClr val="F4BB51"/>
                </a:solidFill>
              </a:defRPr>
            </a:defPPr>
            <a:lvl1pPr algn="l">
              <a:buNone/>
              <a:defRPr sz="2550">
                <a:solidFill>
                  <a:srgbClr val="F4BB51"/>
                </a:solidFill>
              </a:defRPr>
            </a:lvl1pPr>
            <a:lvl2pPr algn="l">
              <a:buNone/>
              <a:defRPr sz="2550">
                <a:solidFill>
                  <a:srgbClr val="F4BB51"/>
                </a:solidFill>
              </a:defRPr>
            </a:lvl2pPr>
            <a:lvl3pPr algn="l">
              <a:buNone/>
              <a:defRPr sz="2550">
                <a:solidFill>
                  <a:srgbClr val="F4BB51"/>
                </a:solidFill>
              </a:defRPr>
            </a:lvl3pPr>
            <a:lvl4pPr algn="l">
              <a:buNone/>
              <a:defRPr sz="2550">
                <a:solidFill>
                  <a:srgbClr val="F4BB51"/>
                </a:solidFill>
              </a:defRPr>
            </a:lvl4pPr>
            <a:lvl5pPr algn="l">
              <a:buNone/>
              <a:defRPr sz="2550">
                <a:solidFill>
                  <a:srgbClr val="F4BB51"/>
                </a:solidFill>
              </a:defRPr>
            </a:lvl5pPr>
            <a:lvl6pPr algn="l">
              <a:buNone/>
              <a:defRPr sz="2550">
                <a:solidFill>
                  <a:srgbClr val="F4BB51"/>
                </a:solidFill>
              </a:defRPr>
            </a:lvl6pPr>
            <a:lvl7pPr algn="l">
              <a:buNone/>
              <a:defRPr sz="2550">
                <a:solidFill>
                  <a:srgbClr val="F4BB51"/>
                </a:solidFill>
              </a:defRPr>
            </a:lvl7pPr>
            <a:lvl8pPr algn="l">
              <a:buNone/>
              <a:defRPr sz="2550">
                <a:solidFill>
                  <a:srgbClr val="F4BB51"/>
                </a:solidFill>
              </a:defRPr>
            </a:lvl8pPr>
            <a:lvl9pPr algn="l">
              <a:buNone/>
              <a:defRPr sz="2550">
                <a:solidFill>
                  <a:srgbClr val="F4BB51"/>
                </a:solidFill>
              </a:defRPr>
            </a:lvl9pPr>
          </a:lstStyle>
          <a:p xmlns:a="http://schemas.openxmlformats.org/drawingml/2006/main">
            <a:pPr algn="l">
              <a:buNone/>
              <a:defRPr sz="2550">
                <a:solidFill>
                  <a:srgbClr val="F4BB51"/>
                </a:solidFill>
              </a:defRPr>
            </a:pPr>
            <a:r>
              <a:rPr sz="2550" b="0">
                <a:solidFill>
                  <a:srgbClr val="F4BB51"/>
                </a:solidFill>
                <a:latin typeface="Microsoft YaHei"/>
                <a:ea typeface="Microsoft YaHei"/>
                <a:cs typeface="Microsoft YaHei"/>
              </a:rPr>
              <a:t>Milestone 5 实验、分析与交付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F3C35-05E5-44C8-BDFD-44236815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>
                <a:solidFill>
                  <a:srgbClr val="D1E3E6"/>
                </a:solidFill>
              </a:defRPr>
            </a:defPPr>
            <a:lvl1pPr algn="l">
              <a:buNone/>
              <a:defRPr sz="1800">
                <a:solidFill>
                  <a:srgbClr val="D1E3E6"/>
                </a:solidFill>
              </a:defRPr>
            </a:lvl1pPr>
            <a:lvl2pPr algn="l">
              <a:buNone/>
              <a:defRPr sz="1800">
                <a:solidFill>
                  <a:srgbClr val="D1E3E6"/>
                </a:solidFill>
              </a:defRPr>
            </a:lvl2pPr>
            <a:lvl3pPr algn="l">
              <a:buNone/>
              <a:defRPr sz="1800">
                <a:solidFill>
                  <a:srgbClr val="D1E3E6"/>
                </a:solidFill>
              </a:defRPr>
            </a:lvl3pPr>
            <a:lvl4pPr algn="l">
              <a:buNone/>
              <a:defRPr sz="1800">
                <a:solidFill>
                  <a:srgbClr val="D1E3E6"/>
                </a:solidFill>
              </a:defRPr>
            </a:lvl4pPr>
            <a:lvl5pPr algn="l">
              <a:buNone/>
              <a:defRPr sz="1800">
                <a:solidFill>
                  <a:srgbClr val="D1E3E6"/>
                </a:solidFill>
              </a:defRPr>
            </a:lvl5pPr>
            <a:lvl6pPr algn="l">
              <a:buNone/>
              <a:defRPr sz="1800">
                <a:solidFill>
                  <a:srgbClr val="D1E3E6"/>
                </a:solidFill>
              </a:defRPr>
            </a:lvl6pPr>
            <a:lvl7pPr algn="l">
              <a:buNone/>
              <a:defRPr sz="1800">
                <a:solidFill>
                  <a:srgbClr val="D1E3E6"/>
                </a:solidFill>
              </a:defRPr>
            </a:lvl7pPr>
            <a:lvl8pPr algn="l">
              <a:buNone/>
              <a:defRPr sz="1800">
                <a:solidFill>
                  <a:srgbClr val="D1E3E6"/>
                </a:solidFill>
              </a:defRPr>
            </a:lvl8pPr>
            <a:lvl9pPr algn="l">
              <a:buNone/>
              <a:defRPr sz="1800">
                <a:solidFill>
                  <a:srgbClr val="D1E3E6"/>
                </a:solidFill>
              </a:defRPr>
            </a:lvl9pPr>
          </a:lstStyle>
          <a:p xmlns:a="http://schemas.openxmlformats.org/drawingml/2006/main">
            <a:pPr algn="l">
              <a:buNone/>
              <a:defRPr sz="1800">
                <a:solidFill>
                  <a:srgbClr val="D1E3E6"/>
                </a:solidFill>
              </a:defRPr>
            </a:pPr>
            <a:r>
              <a:rPr sz="1800" b="0">
                <a:solidFill>
                  <a:srgbClr val="D1E3E6"/>
                </a:solidFill>
                <a:latin typeface="Microsoft YaHei"/>
                <a:ea typeface="Microsoft YaHei"/>
                <a:cs typeface="Microsoft YaHei"/>
              </a:rPr>
              <a:t>Software Requirements Engineering 2026</a:t>
            </a:r>
            <a:br>
              <a:rPr sz="1800" b="0">
                <a:solidFill>
                  <a:srgbClr val="D1E3E6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D1E3E6"/>
                </a:solidFill>
                <a:latin typeface="Microsoft YaHei"/>
                <a:ea typeface="Microsoft YaHei"/>
                <a:cs typeface="Microsoft YaHei"/>
              </a:rPr>
              <a:t>2026 年 10 月 22 日</a:t>
            </a:r>
          </a:p>
        </p:txBody>
      </p:sp>
    </p:spTree>
    <p:extLst>
      <p:ext uri="{BB962C8B-B14F-4D97-AF65-F5344CB8AC3E}">
        <p14:creationId xmlns:p14="http://schemas.microsoft.com/office/powerpoint/2010/main" val="16781526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C880A-59B5-4B33-AEAB-1D120B6E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buNone/>
              <a:defRPr sz="3150">
                <a:solidFill>
                  <a:srgbClr val="173B4B"/>
                </a:solidFill>
              </a:defRPr>
            </a:lvl1pPr>
            <a:lvl2pPr algn="l">
              <a:buNone/>
              <a:defRPr sz="3150">
                <a:solidFill>
                  <a:srgbClr val="173B4B"/>
                </a:solidFill>
              </a:defRPr>
            </a:lvl2pPr>
            <a:lvl3pPr algn="l">
              <a:buNone/>
              <a:defRPr sz="3150">
                <a:solidFill>
                  <a:srgbClr val="173B4B"/>
                </a:solidFill>
              </a:defRPr>
            </a:lvl3pPr>
            <a:lvl4pPr algn="l">
              <a:buNone/>
              <a:defRPr sz="3150">
                <a:solidFill>
                  <a:srgbClr val="173B4B"/>
                </a:solidFill>
              </a:defRPr>
            </a:lvl4pPr>
            <a:lvl5pPr algn="l">
              <a:buNone/>
              <a:defRPr sz="3150">
                <a:solidFill>
                  <a:srgbClr val="173B4B"/>
                </a:solidFill>
              </a:defRPr>
            </a:lvl5pPr>
            <a:lvl6pPr algn="l">
              <a:buNone/>
              <a:defRPr sz="3150">
                <a:solidFill>
                  <a:srgbClr val="173B4B"/>
                </a:solidFill>
              </a:defRPr>
            </a:lvl6pPr>
            <a:lvl7pPr algn="l">
              <a:buNone/>
              <a:defRPr sz="3150">
                <a:solidFill>
                  <a:srgbClr val="173B4B"/>
                </a:solidFill>
              </a:defRPr>
            </a:lvl7pPr>
            <a:lvl8pPr algn="l">
              <a:buNone/>
              <a:defRPr sz="3150">
                <a:solidFill>
                  <a:srgbClr val="173B4B"/>
                </a:solidFill>
              </a:defRPr>
            </a:lvl8pPr>
            <a:lvl9pPr algn="l">
              <a:buNone/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buNone/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项目目标与实现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AF91B-2338-4B12-8D84-909A5A3A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buNone/>
              <a:defRPr sz="2100">
                <a:solidFill>
                  <a:srgbClr val="263E4A"/>
                </a:solidFill>
              </a:defRPr>
            </a:lvl1pPr>
            <a:lvl2pPr algn="l">
              <a:buNone/>
              <a:defRPr sz="2100">
                <a:solidFill>
                  <a:srgbClr val="263E4A"/>
                </a:solidFill>
              </a:defRPr>
            </a:lvl2pPr>
            <a:lvl3pPr algn="l">
              <a:buNone/>
              <a:defRPr sz="2100">
                <a:solidFill>
                  <a:srgbClr val="263E4A"/>
                </a:solidFill>
              </a:defRPr>
            </a:lvl3pPr>
            <a:lvl4pPr algn="l">
              <a:buNone/>
              <a:defRPr sz="2100">
                <a:solidFill>
                  <a:srgbClr val="263E4A"/>
                </a:solidFill>
              </a:defRPr>
            </a:lvl4pPr>
            <a:lvl5pPr algn="l">
              <a:buNone/>
              <a:defRPr sz="2100">
                <a:solidFill>
                  <a:srgbClr val="263E4A"/>
                </a:solidFill>
              </a:defRPr>
            </a:lvl5pPr>
            <a:lvl6pPr algn="l">
              <a:buNone/>
              <a:defRPr sz="2100">
                <a:solidFill>
                  <a:srgbClr val="263E4A"/>
                </a:solidFill>
              </a:defRPr>
            </a:lvl6pPr>
            <a:lvl7pPr algn="l">
              <a:buNone/>
              <a:defRPr sz="2100">
                <a:solidFill>
                  <a:srgbClr val="263E4A"/>
                </a:solidFill>
              </a:defRPr>
            </a:lvl7pPr>
            <a:lvl8pPr algn="l">
              <a:buNone/>
              <a:defRPr sz="2100">
                <a:solidFill>
                  <a:srgbClr val="263E4A"/>
                </a:solidFill>
              </a:defRPr>
            </a:lvl8pPr>
            <a:lvl9pPr algn="l">
              <a:buNone/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从长期对话构建结构化记忆，保留人物、时间和完整来源。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BCE73-C642-4494-B597-C508A3E4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buNone/>
              <a:defRPr sz="2100">
                <a:solidFill>
                  <a:srgbClr val="263E4A"/>
                </a:solidFill>
              </a:defRPr>
            </a:lvl1pPr>
            <a:lvl2pPr algn="l">
              <a:buNone/>
              <a:defRPr sz="2100">
                <a:solidFill>
                  <a:srgbClr val="263E4A"/>
                </a:solidFill>
              </a:defRPr>
            </a:lvl2pPr>
            <a:lvl3pPr algn="l">
              <a:buNone/>
              <a:defRPr sz="2100">
                <a:solidFill>
                  <a:srgbClr val="263E4A"/>
                </a:solidFill>
              </a:defRPr>
            </a:lvl3pPr>
            <a:lvl4pPr algn="l">
              <a:buNone/>
              <a:defRPr sz="2100">
                <a:solidFill>
                  <a:srgbClr val="263E4A"/>
                </a:solidFill>
              </a:defRPr>
            </a:lvl4pPr>
            <a:lvl5pPr algn="l">
              <a:buNone/>
              <a:defRPr sz="2100">
                <a:solidFill>
                  <a:srgbClr val="263E4A"/>
                </a:solidFill>
              </a:defRPr>
            </a:lvl5pPr>
            <a:lvl6pPr algn="l">
              <a:buNone/>
              <a:defRPr sz="2100">
                <a:solidFill>
                  <a:srgbClr val="263E4A"/>
                </a:solidFill>
              </a:defRPr>
            </a:lvl6pPr>
            <a:lvl7pPr algn="l">
              <a:buNone/>
              <a:defRPr sz="2100">
                <a:solidFill>
                  <a:srgbClr val="263E4A"/>
                </a:solidFill>
              </a:defRPr>
            </a:lvl7pPr>
            <a:lvl8pPr algn="l">
              <a:buNone/>
              <a:defRPr sz="2100">
                <a:solidFill>
                  <a:srgbClr val="263E4A"/>
                </a:solidFill>
              </a:defRPr>
            </a:lvl8pPr>
            <a:lvl9pPr algn="l">
              <a:buNone/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根据本次问题解析状态，让当前与历史查询使用适用证据。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49669-40CE-4518-88C2-5D3C7740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buNone/>
              <a:defRPr sz="2100">
                <a:solidFill>
                  <a:srgbClr val="263E4A"/>
                </a:solidFill>
              </a:defRPr>
            </a:lvl1pPr>
            <a:lvl2pPr algn="l">
              <a:buNone/>
              <a:defRPr sz="2100">
                <a:solidFill>
                  <a:srgbClr val="263E4A"/>
                </a:solidFill>
              </a:defRPr>
            </a:lvl2pPr>
            <a:lvl3pPr algn="l">
              <a:buNone/>
              <a:defRPr sz="2100">
                <a:solidFill>
                  <a:srgbClr val="263E4A"/>
                </a:solidFill>
              </a:defRPr>
            </a:lvl3pPr>
            <a:lvl4pPr algn="l">
              <a:buNone/>
              <a:defRPr sz="2100">
                <a:solidFill>
                  <a:srgbClr val="263E4A"/>
                </a:solidFill>
              </a:defRPr>
            </a:lvl4pPr>
            <a:lvl5pPr algn="l">
              <a:buNone/>
              <a:defRPr sz="2100">
                <a:solidFill>
                  <a:srgbClr val="263E4A"/>
                </a:solidFill>
              </a:defRPr>
            </a:lvl5pPr>
            <a:lvl6pPr algn="l">
              <a:buNone/>
              <a:defRPr sz="2100">
                <a:solidFill>
                  <a:srgbClr val="263E4A"/>
                </a:solidFill>
              </a:defRPr>
            </a:lvl6pPr>
            <a:lvl7pPr algn="l">
              <a:buNone/>
              <a:defRPr sz="2100">
                <a:solidFill>
                  <a:srgbClr val="263E4A"/>
                </a:solidFill>
              </a:defRPr>
            </a:lvl7pPr>
            <a:lvl8pPr algn="l">
              <a:buNone/>
              <a:defRPr sz="2100">
                <a:solidFill>
                  <a:srgbClr val="263E4A"/>
                </a:solidFill>
              </a:defRPr>
            </a:lvl8pPr>
            <a:lvl9pPr algn="l">
              <a:buNone/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已实现 Web、真实向量、本地问答、隔离评分及复现材料。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E1CA4-9215-4E6D-A53A-66112D3D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buNone/>
              <a:defRPr sz="1350">
                <a:solidFill>
                  <a:srgbClr val="5B737E"/>
                </a:solidFill>
              </a:defRPr>
            </a:lvl1pPr>
            <a:lvl2pPr algn="l">
              <a:buNone/>
              <a:defRPr sz="1350">
                <a:solidFill>
                  <a:srgbClr val="5B737E"/>
                </a:solidFill>
              </a:defRPr>
            </a:lvl2pPr>
            <a:lvl3pPr algn="l">
              <a:buNone/>
              <a:defRPr sz="1350">
                <a:solidFill>
                  <a:srgbClr val="5B737E"/>
                </a:solidFill>
              </a:defRPr>
            </a:lvl3pPr>
            <a:lvl4pPr algn="l">
              <a:buNone/>
              <a:defRPr sz="1350">
                <a:solidFill>
                  <a:srgbClr val="5B737E"/>
                </a:solidFill>
              </a:defRPr>
            </a:lvl4pPr>
            <a:lvl5pPr algn="l">
              <a:buNone/>
              <a:defRPr sz="1350">
                <a:solidFill>
                  <a:srgbClr val="5B737E"/>
                </a:solidFill>
              </a:defRPr>
            </a:lvl5pPr>
            <a:lvl6pPr algn="l">
              <a:buNone/>
              <a:defRPr sz="1350">
                <a:solidFill>
                  <a:srgbClr val="5B737E"/>
                </a:solidFill>
              </a:defRPr>
            </a:lvl6pPr>
            <a:lvl7pPr algn="l">
              <a:buNone/>
              <a:defRPr sz="1350">
                <a:solidFill>
                  <a:srgbClr val="5B737E"/>
                </a:solidFill>
              </a:defRPr>
            </a:lvl7pPr>
            <a:lvl8pPr algn="l">
              <a:buNone/>
              <a:defRPr sz="1350">
                <a:solidFill>
                  <a:srgbClr val="5B737E"/>
                </a:solidFill>
              </a:defRPr>
            </a:lvl8pPr>
            <a:lvl9pPr algn="l">
              <a:buNone/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buNone/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能力范围为单机英文文本原型。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33577-CE0B-4DDC-A91C-83B45B34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buNone/>
              <a:defRPr sz="1125">
                <a:solidFill>
                  <a:srgbClr val="73838A"/>
                </a:solidFill>
              </a:defRPr>
            </a:lvl1pPr>
            <a:lvl2pPr algn="l">
              <a:buNone/>
              <a:defRPr sz="1125">
                <a:solidFill>
                  <a:srgbClr val="73838A"/>
                </a:solidFill>
              </a:defRPr>
            </a:lvl2pPr>
            <a:lvl3pPr algn="l">
              <a:buNone/>
              <a:defRPr sz="1125">
                <a:solidFill>
                  <a:srgbClr val="73838A"/>
                </a:solidFill>
              </a:defRPr>
            </a:lvl3pPr>
            <a:lvl4pPr algn="l">
              <a:buNone/>
              <a:defRPr sz="1125">
                <a:solidFill>
                  <a:srgbClr val="73838A"/>
                </a:solidFill>
              </a:defRPr>
            </a:lvl4pPr>
            <a:lvl5pPr algn="l">
              <a:buNone/>
              <a:defRPr sz="1125">
                <a:solidFill>
                  <a:srgbClr val="73838A"/>
                </a:solidFill>
              </a:defRPr>
            </a:lvl5pPr>
            <a:lvl6pPr algn="l">
              <a:buNone/>
              <a:defRPr sz="1125">
                <a:solidFill>
                  <a:srgbClr val="73838A"/>
                </a:solidFill>
              </a:defRPr>
            </a:lvl6pPr>
            <a:lvl7pPr algn="l">
              <a:buNone/>
              <a:defRPr sz="1125">
                <a:solidFill>
                  <a:srgbClr val="73838A"/>
                </a:solidFill>
              </a:defRPr>
            </a:lvl7pPr>
            <a:lvl8pPr algn="l">
              <a:buNone/>
              <a:defRPr sz="1125">
                <a:solidFill>
                  <a:srgbClr val="73838A"/>
                </a:solidFill>
              </a:defRPr>
            </a:lvl8pPr>
            <a:lvl9pPr algn="l">
              <a:buNone/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buNone/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17629200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B02DE-8A0B-4445-8CEA-87A22CA8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buNone/>
              <a:defRPr sz="3150">
                <a:solidFill>
                  <a:srgbClr val="173B4B"/>
                </a:solidFill>
              </a:defRPr>
            </a:lvl1pPr>
            <a:lvl2pPr algn="l">
              <a:buNone/>
              <a:defRPr sz="3150">
                <a:solidFill>
                  <a:srgbClr val="173B4B"/>
                </a:solidFill>
              </a:defRPr>
            </a:lvl2pPr>
            <a:lvl3pPr algn="l">
              <a:buNone/>
              <a:defRPr sz="3150">
                <a:solidFill>
                  <a:srgbClr val="173B4B"/>
                </a:solidFill>
              </a:defRPr>
            </a:lvl3pPr>
            <a:lvl4pPr algn="l">
              <a:buNone/>
              <a:defRPr sz="3150">
                <a:solidFill>
                  <a:srgbClr val="173B4B"/>
                </a:solidFill>
              </a:defRPr>
            </a:lvl4pPr>
            <a:lvl5pPr algn="l">
              <a:buNone/>
              <a:defRPr sz="3150">
                <a:solidFill>
                  <a:srgbClr val="173B4B"/>
                </a:solidFill>
              </a:defRPr>
            </a:lvl5pPr>
            <a:lvl6pPr algn="l">
              <a:buNone/>
              <a:defRPr sz="3150">
                <a:solidFill>
                  <a:srgbClr val="173B4B"/>
                </a:solidFill>
              </a:defRPr>
            </a:lvl6pPr>
            <a:lvl7pPr algn="l">
              <a:buNone/>
              <a:defRPr sz="3150">
                <a:solidFill>
                  <a:srgbClr val="173B4B"/>
                </a:solidFill>
              </a:defRPr>
            </a:lvl7pPr>
            <a:lvl8pPr algn="l">
              <a:buNone/>
              <a:defRPr sz="3150">
                <a:solidFill>
                  <a:srgbClr val="173B4B"/>
                </a:solidFill>
              </a:defRPr>
            </a:lvl8pPr>
            <a:lvl9pPr algn="l">
              <a:buNone/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buNone/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数据与评测范围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E0C7E-355D-43C2-828C-A35A349EDF1A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5085588"/>
                <a:gridCol w="3029712"/>
              </a:tblGrid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 QA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conv-26 / 30 / 41 / 42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项目留出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conv-43 / 44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题，三次推理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记忆规模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156 会话，3435 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10207 条 Memory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自建动态诊断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真实原文另编题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题 / 10 关系对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E3F36-4CD3-4F8D-BBB0-A23CCB33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buNone/>
              <a:defRPr sz="1350">
                <a:solidFill>
                  <a:srgbClr val="5B737E"/>
                </a:solidFill>
              </a:defRPr>
            </a:lvl1pPr>
            <a:lvl2pPr algn="l">
              <a:buNone/>
              <a:defRPr sz="1350">
                <a:solidFill>
                  <a:srgbClr val="5B737E"/>
                </a:solidFill>
              </a:defRPr>
            </a:lvl2pPr>
            <a:lvl3pPr algn="l">
              <a:buNone/>
              <a:defRPr sz="1350">
                <a:solidFill>
                  <a:srgbClr val="5B737E"/>
                </a:solidFill>
              </a:defRPr>
            </a:lvl3pPr>
            <a:lvl4pPr algn="l">
              <a:buNone/>
              <a:defRPr sz="1350">
                <a:solidFill>
                  <a:srgbClr val="5B737E"/>
                </a:solidFill>
              </a:defRPr>
            </a:lvl4pPr>
            <a:lvl5pPr algn="l">
              <a:buNone/>
              <a:defRPr sz="1350">
                <a:solidFill>
                  <a:srgbClr val="5B737E"/>
                </a:solidFill>
              </a:defRPr>
            </a:lvl5pPr>
            <a:lvl6pPr algn="l">
              <a:buNone/>
              <a:defRPr sz="1350">
                <a:solidFill>
                  <a:srgbClr val="5B737E"/>
                </a:solidFill>
              </a:defRPr>
            </a:lvl6pPr>
            <a:lvl7pPr algn="l">
              <a:buNone/>
              <a:defRPr sz="1350">
                <a:solidFill>
                  <a:srgbClr val="5B737E"/>
                </a:solidFill>
              </a:defRPr>
            </a:lvl7pPr>
            <a:lvl8pPr algn="l">
              <a:buNone/>
              <a:defRPr sz="1350">
                <a:solidFill>
                  <a:srgbClr val="5B737E"/>
                </a:solidFill>
              </a:defRPr>
            </a:lvl8pPr>
            <a:lvl9pPr algn="l">
              <a:buNone/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buNone/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按固定哈希规则抽样。完整 885 题保存但未全量评测。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5E201-07F2-4252-9DAC-E833EE0B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buNone/>
              <a:defRPr sz="1125">
                <a:solidFill>
                  <a:srgbClr val="73838A"/>
                </a:solidFill>
              </a:defRPr>
            </a:lvl1pPr>
            <a:lvl2pPr algn="l">
              <a:buNone/>
              <a:defRPr sz="1125">
                <a:solidFill>
                  <a:srgbClr val="73838A"/>
                </a:solidFill>
              </a:defRPr>
            </a:lvl2pPr>
            <a:lvl3pPr algn="l">
              <a:buNone/>
              <a:defRPr sz="1125">
                <a:solidFill>
                  <a:srgbClr val="73838A"/>
                </a:solidFill>
              </a:defRPr>
            </a:lvl3pPr>
            <a:lvl4pPr algn="l">
              <a:buNone/>
              <a:defRPr sz="1125">
                <a:solidFill>
                  <a:srgbClr val="73838A"/>
                </a:solidFill>
              </a:defRPr>
            </a:lvl4pPr>
            <a:lvl5pPr algn="l">
              <a:buNone/>
              <a:defRPr sz="1125">
                <a:solidFill>
                  <a:srgbClr val="73838A"/>
                </a:solidFill>
              </a:defRPr>
            </a:lvl5pPr>
            <a:lvl6pPr algn="l">
              <a:buNone/>
              <a:defRPr sz="1125">
                <a:solidFill>
                  <a:srgbClr val="73838A"/>
                </a:solidFill>
              </a:defRPr>
            </a:lvl6pPr>
            <a:lvl7pPr algn="l">
              <a:buNone/>
              <a:defRPr sz="1125">
                <a:solidFill>
                  <a:srgbClr val="73838A"/>
                </a:solidFill>
              </a:defRPr>
            </a:lvl7pPr>
            <a:lvl8pPr algn="l">
              <a:buNone/>
              <a:defRPr sz="1125">
                <a:solidFill>
                  <a:srgbClr val="73838A"/>
                </a:solidFill>
              </a:defRPr>
            </a:lvl8pPr>
            <a:lvl9pPr algn="l">
              <a:buNone/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buNone/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18510655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34208-21CF-4FBE-90CC-25C41EEC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buNone/>
              <a:defRPr sz="3150">
                <a:solidFill>
                  <a:srgbClr val="173B4B"/>
                </a:solidFill>
              </a:defRPr>
            </a:lvl1pPr>
            <a:lvl2pPr algn="l">
              <a:buNone/>
              <a:defRPr sz="3150">
                <a:solidFill>
                  <a:srgbClr val="173B4B"/>
                </a:solidFill>
              </a:defRPr>
            </a:lvl2pPr>
            <a:lvl3pPr algn="l">
              <a:buNone/>
              <a:defRPr sz="3150">
                <a:solidFill>
                  <a:srgbClr val="173B4B"/>
                </a:solidFill>
              </a:defRPr>
            </a:lvl3pPr>
            <a:lvl4pPr algn="l">
              <a:buNone/>
              <a:defRPr sz="3150">
                <a:solidFill>
                  <a:srgbClr val="173B4B"/>
                </a:solidFill>
              </a:defRPr>
            </a:lvl4pPr>
            <a:lvl5pPr algn="l">
              <a:buNone/>
              <a:defRPr sz="3150">
                <a:solidFill>
                  <a:srgbClr val="173B4B"/>
                </a:solidFill>
              </a:defRPr>
            </a:lvl5pPr>
            <a:lvl6pPr algn="l">
              <a:buNone/>
              <a:defRPr sz="3150">
                <a:solidFill>
                  <a:srgbClr val="173B4B"/>
                </a:solidFill>
              </a:defRPr>
            </a:lvl6pPr>
            <a:lvl7pPr algn="l">
              <a:buNone/>
              <a:defRPr sz="3150">
                <a:solidFill>
                  <a:srgbClr val="173B4B"/>
                </a:solidFill>
              </a:defRPr>
            </a:lvl7pPr>
            <a:lvl8pPr algn="l">
              <a:buNone/>
              <a:defRPr sz="3150">
                <a:solidFill>
                  <a:srgbClr val="173B4B"/>
                </a:solidFill>
              </a:defRPr>
            </a:lvl8pPr>
            <a:lvl9pPr algn="l">
              <a:buNone/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buNone/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公平对照与共同回答器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F5490-7A1E-4216-B227-31A5600AA7C0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46120"/>
                <a:gridCol w="4869180"/>
                <a:gridCol w="2705100"/>
              </a:tblGrid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状态解析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Full Text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完整历史所有重叠窗口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Vector RAG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MiniLM Top-10 Memory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Dynamic Vector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完全相同的候选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EE46C-AFCF-4EC6-8087-AF59A4AA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buNone/>
              <a:defRPr sz="1350">
                <a:solidFill>
                  <a:srgbClr val="5B737E"/>
                </a:solidFill>
              </a:defRPr>
            </a:lvl1pPr>
            <a:lvl2pPr algn="l">
              <a:buNone/>
              <a:defRPr sz="1350">
                <a:solidFill>
                  <a:srgbClr val="5B737E"/>
                </a:solidFill>
              </a:defRPr>
            </a:lvl2pPr>
            <a:lvl3pPr algn="l">
              <a:buNone/>
              <a:defRPr sz="1350">
                <a:solidFill>
                  <a:srgbClr val="5B737E"/>
                </a:solidFill>
              </a:defRPr>
            </a:lvl3pPr>
            <a:lvl4pPr algn="l">
              <a:buNone/>
              <a:defRPr sz="1350">
                <a:solidFill>
                  <a:srgbClr val="5B737E"/>
                </a:solidFill>
              </a:defRPr>
            </a:lvl4pPr>
            <a:lvl5pPr algn="l">
              <a:buNone/>
              <a:defRPr sz="1350">
                <a:solidFill>
                  <a:srgbClr val="5B737E"/>
                </a:solidFill>
              </a:defRPr>
            </a:lvl5pPr>
            <a:lvl6pPr algn="l">
              <a:buNone/>
              <a:defRPr sz="1350">
                <a:solidFill>
                  <a:srgbClr val="5B737E"/>
                </a:solidFill>
              </a:defRPr>
            </a:lvl6pPr>
            <a:lvl7pPr algn="l">
              <a:buNone/>
              <a:defRPr sz="1350">
                <a:solidFill>
                  <a:srgbClr val="5B737E"/>
                </a:solidFill>
              </a:defRPr>
            </a:lvl7pPr>
            <a:lvl8pPr algn="l">
              <a:buNone/>
              <a:defRPr sz="1350">
                <a:solidFill>
                  <a:srgbClr val="5B737E"/>
                </a:solidFill>
              </a:defRPr>
            </a:lvl8pPr>
            <a:lvl9pPr algn="l">
              <a:buNone/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buNone/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统一 DistilBERT int8。全文基线为窗口抽取式 QA。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FB6B3-4AA1-4E71-91D1-970EFE03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buNone/>
              <a:defRPr sz="1125">
                <a:solidFill>
                  <a:srgbClr val="73838A"/>
                </a:solidFill>
              </a:defRPr>
            </a:lvl1pPr>
            <a:lvl2pPr algn="l">
              <a:buNone/>
              <a:defRPr sz="1125">
                <a:solidFill>
                  <a:srgbClr val="73838A"/>
                </a:solidFill>
              </a:defRPr>
            </a:lvl2pPr>
            <a:lvl3pPr algn="l">
              <a:buNone/>
              <a:defRPr sz="1125">
                <a:solidFill>
                  <a:srgbClr val="73838A"/>
                </a:solidFill>
              </a:defRPr>
            </a:lvl3pPr>
            <a:lvl4pPr algn="l">
              <a:buNone/>
              <a:defRPr sz="1125">
                <a:solidFill>
                  <a:srgbClr val="73838A"/>
                </a:solidFill>
              </a:defRPr>
            </a:lvl4pPr>
            <a:lvl5pPr algn="l">
              <a:buNone/>
              <a:defRPr sz="1125">
                <a:solidFill>
                  <a:srgbClr val="73838A"/>
                </a:solidFill>
              </a:defRPr>
            </a:lvl5pPr>
            <a:lvl6pPr algn="l">
              <a:buNone/>
              <a:defRPr sz="1125">
                <a:solidFill>
                  <a:srgbClr val="73838A"/>
                </a:solidFill>
              </a:defRPr>
            </a:lvl6pPr>
            <a:lvl7pPr algn="l">
              <a:buNone/>
              <a:defRPr sz="1125">
                <a:solidFill>
                  <a:srgbClr val="73838A"/>
                </a:solidFill>
              </a:defRPr>
            </a:lvl7pPr>
            <a:lvl8pPr algn="l">
              <a:buNone/>
              <a:defRPr sz="1125">
                <a:solidFill>
                  <a:srgbClr val="73838A"/>
                </a:solidFill>
              </a:defRPr>
            </a:lvl8pPr>
            <a:lvl9pPr algn="l">
              <a:buNone/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buNone/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20156011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41432-96A8-496A-83CC-402B7E48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buNone/>
              <a:defRPr sz="3150">
                <a:solidFill>
                  <a:srgbClr val="173B4B"/>
                </a:solidFill>
              </a:defRPr>
            </a:lvl1pPr>
            <a:lvl2pPr algn="l">
              <a:buNone/>
              <a:defRPr sz="3150">
                <a:solidFill>
                  <a:srgbClr val="173B4B"/>
                </a:solidFill>
              </a:defRPr>
            </a:lvl2pPr>
            <a:lvl3pPr algn="l">
              <a:buNone/>
              <a:defRPr sz="3150">
                <a:solidFill>
                  <a:srgbClr val="173B4B"/>
                </a:solidFill>
              </a:defRPr>
            </a:lvl3pPr>
            <a:lvl4pPr algn="l">
              <a:buNone/>
              <a:defRPr sz="3150">
                <a:solidFill>
                  <a:srgbClr val="173B4B"/>
                </a:solidFill>
              </a:defRPr>
            </a:lvl4pPr>
            <a:lvl5pPr algn="l">
              <a:buNone/>
              <a:defRPr sz="3150">
                <a:solidFill>
                  <a:srgbClr val="173B4B"/>
                </a:solidFill>
              </a:defRPr>
            </a:lvl5pPr>
            <a:lvl6pPr algn="l">
              <a:buNone/>
              <a:defRPr sz="3150">
                <a:solidFill>
                  <a:srgbClr val="173B4B"/>
                </a:solidFill>
              </a:defRPr>
            </a:lvl6pPr>
            <a:lvl7pPr algn="l">
              <a:buNone/>
              <a:defRPr sz="3150">
                <a:solidFill>
                  <a:srgbClr val="173B4B"/>
                </a:solidFill>
              </a:defRPr>
            </a:lvl7pPr>
            <a:lvl8pPr algn="l">
              <a:buNone/>
              <a:defRPr sz="3150">
                <a:solidFill>
                  <a:srgbClr val="173B4B"/>
                </a:solidFill>
              </a:defRPr>
            </a:lvl8pPr>
            <a:lvl9pPr algn="l">
              <a:buNone/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buNone/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真实阶段与历史查询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3110E-6E61-406A-B098-CE7E8CD5B7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c1d0633b64802"/>
          <a:stretch xmlns:a="http://schemas.openxmlformats.org/drawingml/2006/main"/>
        </p:blipFill>
        <p:spPr>
          <a:xfrm xmlns:a="http://schemas.openxmlformats.org/drawingml/2006/main">
            <a:off x="685800" y="2691489"/>
            <a:ext cx="10820400" cy="196079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B918E-ED80-4EC3-8AE3-5CC1F030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buNone/>
              <a:defRPr sz="1350">
                <a:solidFill>
                  <a:srgbClr val="5B737E"/>
                </a:solidFill>
              </a:defRPr>
            </a:lvl1pPr>
            <a:lvl2pPr algn="l">
              <a:buNone/>
              <a:defRPr sz="1350">
                <a:solidFill>
                  <a:srgbClr val="5B737E"/>
                </a:solidFill>
              </a:defRPr>
            </a:lvl2pPr>
            <a:lvl3pPr algn="l">
              <a:buNone/>
              <a:defRPr sz="1350">
                <a:solidFill>
                  <a:srgbClr val="5B737E"/>
                </a:solidFill>
              </a:defRPr>
            </a:lvl3pPr>
            <a:lvl4pPr algn="l">
              <a:buNone/>
              <a:defRPr sz="1350">
                <a:solidFill>
                  <a:srgbClr val="5B737E"/>
                </a:solidFill>
              </a:defRPr>
            </a:lvl4pPr>
            <a:lvl5pPr algn="l">
              <a:buNone/>
              <a:defRPr sz="1350">
                <a:solidFill>
                  <a:srgbClr val="5B737E"/>
                </a:solidFill>
              </a:defRPr>
            </a:lvl5pPr>
            <a:lvl6pPr algn="l">
              <a:buNone/>
              <a:defRPr sz="1350">
                <a:solidFill>
                  <a:srgbClr val="5B737E"/>
                </a:solidFill>
              </a:defRPr>
            </a:lvl6pPr>
            <a:lvl7pPr algn="l">
              <a:buNone/>
              <a:defRPr sz="1350">
                <a:solidFill>
                  <a:srgbClr val="5B737E"/>
                </a:solidFill>
              </a:defRPr>
            </a:lvl7pPr>
            <a:lvl8pPr algn="l">
              <a:buNone/>
              <a:defRPr sz="1350">
                <a:solidFill>
                  <a:srgbClr val="5B737E"/>
                </a:solidFill>
              </a:defRPr>
            </a:lvl8pPr>
            <a:lvl9pPr algn="l">
              <a:buNone/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buNone/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conv-26，as_of=2023-06-01。较晚阶段没有覆盖历史证据。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48BBA-1C04-40E7-8EF7-1B4D8090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buNone/>
              <a:defRPr sz="1125">
                <a:solidFill>
                  <a:srgbClr val="73838A"/>
                </a:solidFill>
              </a:defRPr>
            </a:lvl1pPr>
            <a:lvl2pPr algn="l">
              <a:buNone/>
              <a:defRPr sz="1125">
                <a:solidFill>
                  <a:srgbClr val="73838A"/>
                </a:solidFill>
              </a:defRPr>
            </a:lvl2pPr>
            <a:lvl3pPr algn="l">
              <a:buNone/>
              <a:defRPr sz="1125">
                <a:solidFill>
                  <a:srgbClr val="73838A"/>
                </a:solidFill>
              </a:defRPr>
            </a:lvl3pPr>
            <a:lvl4pPr algn="l">
              <a:buNone/>
              <a:defRPr sz="1125">
                <a:solidFill>
                  <a:srgbClr val="73838A"/>
                </a:solidFill>
              </a:defRPr>
            </a:lvl4pPr>
            <a:lvl5pPr algn="l">
              <a:buNone/>
              <a:defRPr sz="1125">
                <a:solidFill>
                  <a:srgbClr val="73838A"/>
                </a:solidFill>
              </a:defRPr>
            </a:lvl5pPr>
            <a:lvl6pPr algn="l">
              <a:buNone/>
              <a:defRPr sz="1125">
                <a:solidFill>
                  <a:srgbClr val="73838A"/>
                </a:solidFill>
              </a:defRPr>
            </a:lvl6pPr>
            <a:lvl7pPr algn="l">
              <a:buNone/>
              <a:defRPr sz="1125">
                <a:solidFill>
                  <a:srgbClr val="73838A"/>
                </a:solidFill>
              </a:defRPr>
            </a:lvl7pPr>
            <a:lvl8pPr algn="l">
              <a:buNone/>
              <a:defRPr sz="1125">
                <a:solidFill>
                  <a:srgbClr val="73838A"/>
                </a:solidFill>
              </a:defRPr>
            </a:lvl8pPr>
            <a:lvl9pPr algn="l">
              <a:buNone/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buNone/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9067095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C0EFD-0EC2-43EA-9AA5-BF7AD3F7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buNone/>
              <a:defRPr sz="3150">
                <a:solidFill>
                  <a:srgbClr val="173B4B"/>
                </a:solidFill>
              </a:defRPr>
            </a:lvl1pPr>
            <a:lvl2pPr algn="l">
              <a:buNone/>
              <a:defRPr sz="3150">
                <a:solidFill>
                  <a:srgbClr val="173B4B"/>
                </a:solidFill>
              </a:defRPr>
            </a:lvl2pPr>
            <a:lvl3pPr algn="l">
              <a:buNone/>
              <a:defRPr sz="3150">
                <a:solidFill>
                  <a:srgbClr val="173B4B"/>
                </a:solidFill>
              </a:defRPr>
            </a:lvl3pPr>
            <a:lvl4pPr algn="l">
              <a:buNone/>
              <a:defRPr sz="3150">
                <a:solidFill>
                  <a:srgbClr val="173B4B"/>
                </a:solidFill>
              </a:defRPr>
            </a:lvl4pPr>
            <a:lvl5pPr algn="l">
              <a:buNone/>
              <a:defRPr sz="3150">
                <a:solidFill>
                  <a:srgbClr val="173B4B"/>
                </a:solidFill>
              </a:defRPr>
            </a:lvl5pPr>
            <a:lvl6pPr algn="l">
              <a:buNone/>
              <a:defRPr sz="3150">
                <a:solidFill>
                  <a:srgbClr val="173B4B"/>
                </a:solidFill>
              </a:defRPr>
            </a:lvl6pPr>
            <a:lvl7pPr algn="l">
              <a:buNone/>
              <a:defRPr sz="3150">
                <a:solidFill>
                  <a:srgbClr val="173B4B"/>
                </a:solidFill>
              </a:defRPr>
            </a:lvl7pPr>
            <a:lvl8pPr algn="l">
              <a:buNone/>
              <a:defRPr sz="3150">
                <a:solidFill>
                  <a:srgbClr val="173B4B"/>
                </a:solidFill>
              </a:defRPr>
            </a:lvl8pPr>
            <a:lvl9pPr algn="l">
              <a:buNone/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buNone/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留出集真实结果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512BF-3987-4998-AFC6-1E69E5E32665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1839468"/>
                <a:gridCol w="1947672"/>
                <a:gridCol w="1947672"/>
                <a:gridCol w="2055876"/>
              </a:tblGrid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QA F1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候选召回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有效召回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秒/题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Full Text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N/A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N/A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15.21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Vector RAG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0.536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0.536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Dynamic Vector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0.082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0.536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0.474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1EBCE-BF11-4508-AEB9-B09E5547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buNone/>
              <a:defRPr sz="1350">
                <a:solidFill>
                  <a:srgbClr val="5B737E"/>
                </a:solidFill>
              </a:defRPr>
            </a:lvl1pPr>
            <a:lvl2pPr algn="l">
              <a:buNone/>
              <a:defRPr sz="1350">
                <a:solidFill>
                  <a:srgbClr val="5B737E"/>
                </a:solidFill>
              </a:defRPr>
            </a:lvl2pPr>
            <a:lvl3pPr algn="l">
              <a:buNone/>
              <a:defRPr sz="1350">
                <a:solidFill>
                  <a:srgbClr val="5B737E"/>
                </a:solidFill>
              </a:defRPr>
            </a:lvl3pPr>
            <a:lvl4pPr algn="l">
              <a:buNone/>
              <a:defRPr sz="1350">
                <a:solidFill>
                  <a:srgbClr val="5B737E"/>
                </a:solidFill>
              </a:defRPr>
            </a:lvl4pPr>
            <a:lvl5pPr algn="l">
              <a:buNone/>
              <a:defRPr sz="1350">
                <a:solidFill>
                  <a:srgbClr val="5B737E"/>
                </a:solidFill>
              </a:defRPr>
            </a:lvl5pPr>
            <a:lvl6pPr algn="l">
              <a:buNone/>
              <a:defRPr sz="1350">
                <a:solidFill>
                  <a:srgbClr val="5B737E"/>
                </a:solidFill>
              </a:defRPr>
            </a:lvl6pPr>
            <a:lvl7pPr algn="l">
              <a:buNone/>
              <a:defRPr sz="1350">
                <a:solidFill>
                  <a:srgbClr val="5B737E"/>
                </a:solidFill>
              </a:defRPr>
            </a:lvl7pPr>
            <a:lvl8pPr algn="l">
              <a:buNone/>
              <a:defRPr sz="1350">
                <a:solidFill>
                  <a:srgbClr val="5B737E"/>
                </a:solidFill>
              </a:defRPr>
            </a:lvl8pPr>
            <a:lvl9pPr algn="l">
              <a:buNone/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buNone/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16 题，三次均值。F1 与召回标准差为 0，答案为确定性重复。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CF133-C77A-4F04-BE5B-227B535B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buNone/>
              <a:defRPr sz="1125">
                <a:solidFill>
                  <a:srgbClr val="73838A"/>
                </a:solidFill>
              </a:defRPr>
            </a:lvl1pPr>
            <a:lvl2pPr algn="l">
              <a:buNone/>
              <a:defRPr sz="1125">
                <a:solidFill>
                  <a:srgbClr val="73838A"/>
                </a:solidFill>
              </a:defRPr>
            </a:lvl2pPr>
            <a:lvl3pPr algn="l">
              <a:buNone/>
              <a:defRPr sz="1125">
                <a:solidFill>
                  <a:srgbClr val="73838A"/>
                </a:solidFill>
              </a:defRPr>
            </a:lvl3pPr>
            <a:lvl4pPr algn="l">
              <a:buNone/>
              <a:defRPr sz="1125">
                <a:solidFill>
                  <a:srgbClr val="73838A"/>
                </a:solidFill>
              </a:defRPr>
            </a:lvl4pPr>
            <a:lvl5pPr algn="l">
              <a:buNone/>
              <a:defRPr sz="1125">
                <a:solidFill>
                  <a:srgbClr val="73838A"/>
                </a:solidFill>
              </a:defRPr>
            </a:lvl5pPr>
            <a:lvl6pPr algn="l">
              <a:buNone/>
              <a:defRPr sz="1125">
                <a:solidFill>
                  <a:srgbClr val="73838A"/>
                </a:solidFill>
              </a:defRPr>
            </a:lvl6pPr>
            <a:lvl7pPr algn="l">
              <a:buNone/>
              <a:defRPr sz="1125">
                <a:solidFill>
                  <a:srgbClr val="73838A"/>
                </a:solidFill>
              </a:defRPr>
            </a:lvl7pPr>
            <a:lvl8pPr algn="l">
              <a:buNone/>
              <a:defRPr sz="1125">
                <a:solidFill>
                  <a:srgbClr val="73838A"/>
                </a:solidFill>
              </a:defRPr>
            </a:lvl8pPr>
            <a:lvl9pPr algn="l">
              <a:buNone/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buNone/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1272453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EAF5E-23E3-4E30-92AA-4D24597A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buNone/>
              <a:defRPr sz="3150">
                <a:solidFill>
                  <a:srgbClr val="173B4B"/>
                </a:solidFill>
              </a:defRPr>
            </a:lvl1pPr>
            <a:lvl2pPr algn="l">
              <a:buNone/>
              <a:defRPr sz="3150">
                <a:solidFill>
                  <a:srgbClr val="173B4B"/>
                </a:solidFill>
              </a:defRPr>
            </a:lvl2pPr>
            <a:lvl3pPr algn="l">
              <a:buNone/>
              <a:defRPr sz="3150">
                <a:solidFill>
                  <a:srgbClr val="173B4B"/>
                </a:solidFill>
              </a:defRPr>
            </a:lvl3pPr>
            <a:lvl4pPr algn="l">
              <a:buNone/>
              <a:defRPr sz="3150">
                <a:solidFill>
                  <a:srgbClr val="173B4B"/>
                </a:solidFill>
              </a:defRPr>
            </a:lvl4pPr>
            <a:lvl5pPr algn="l">
              <a:buNone/>
              <a:defRPr sz="3150">
                <a:solidFill>
                  <a:srgbClr val="173B4B"/>
                </a:solidFill>
              </a:defRPr>
            </a:lvl5pPr>
            <a:lvl6pPr algn="l">
              <a:buNone/>
              <a:defRPr sz="3150">
                <a:solidFill>
                  <a:srgbClr val="173B4B"/>
                </a:solidFill>
              </a:defRPr>
            </a:lvl6pPr>
            <a:lvl7pPr algn="l">
              <a:buNone/>
              <a:defRPr sz="3150">
                <a:solidFill>
                  <a:srgbClr val="173B4B"/>
                </a:solidFill>
              </a:defRPr>
            </a:lvl7pPr>
            <a:lvl8pPr algn="l">
              <a:buNone/>
              <a:defRPr sz="3150">
                <a:solidFill>
                  <a:srgbClr val="173B4B"/>
                </a:solidFill>
              </a:defRPr>
            </a:lvl8pPr>
            <a:lvl9pPr algn="l">
              <a:buNone/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buNone/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自建动态诊断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71AAD-FB8F-4895-BD17-D6BAD6F50109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95344"/>
                <a:gridCol w="3354324"/>
                <a:gridCol w="3570732"/>
              </a:tblGrid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诊断项目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QA F1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 / 有效召回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0.708 / 0.431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关系准确率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/ 10 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标注来源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项目自建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未经独立人工复核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8A001-0CC1-4A47-ADFA-FE04E09C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buNone/>
              <a:defRPr sz="1350">
                <a:solidFill>
                  <a:srgbClr val="5B737E"/>
                </a:solidFill>
              </a:defRPr>
            </a:lvl1pPr>
            <a:lvl2pPr algn="l">
              <a:buNone/>
              <a:defRPr sz="1350">
                <a:solidFill>
                  <a:srgbClr val="5B737E"/>
                </a:solidFill>
              </a:defRPr>
            </a:lvl2pPr>
            <a:lvl3pPr algn="l">
              <a:buNone/>
              <a:defRPr sz="1350">
                <a:solidFill>
                  <a:srgbClr val="5B737E"/>
                </a:solidFill>
              </a:defRPr>
            </a:lvl3pPr>
            <a:lvl4pPr algn="l">
              <a:buNone/>
              <a:defRPr sz="1350">
                <a:solidFill>
                  <a:srgbClr val="5B737E"/>
                </a:solidFill>
              </a:defRPr>
            </a:lvl4pPr>
            <a:lvl5pPr algn="l">
              <a:buNone/>
              <a:defRPr sz="1350">
                <a:solidFill>
                  <a:srgbClr val="5B737E"/>
                </a:solidFill>
              </a:defRPr>
            </a:lvl5pPr>
            <a:lvl6pPr algn="l">
              <a:buNone/>
              <a:defRPr sz="1350">
                <a:solidFill>
                  <a:srgbClr val="5B737E"/>
                </a:solidFill>
              </a:defRPr>
            </a:lvl6pPr>
            <a:lvl7pPr algn="l">
              <a:buNone/>
              <a:defRPr sz="1350">
                <a:solidFill>
                  <a:srgbClr val="5B737E"/>
                </a:solidFill>
              </a:defRPr>
            </a:lvl7pPr>
            <a:lvl8pPr algn="l">
              <a:buNone/>
              <a:defRPr sz="1350">
                <a:solidFill>
                  <a:srgbClr val="5B737E"/>
                </a:solidFill>
              </a:defRPr>
            </a:lvl8pPr>
            <a:lvl9pPr algn="l">
              <a:buNone/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buNone/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单次 AI 辅助标注，保存来源和理由，不是课程黄金测试。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7A5CE-167F-4534-9396-F1FE2E49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buNone/>
              <a:defRPr sz="1125">
                <a:solidFill>
                  <a:srgbClr val="73838A"/>
                </a:solidFill>
              </a:defRPr>
            </a:lvl1pPr>
            <a:lvl2pPr algn="l">
              <a:buNone/>
              <a:defRPr sz="1125">
                <a:solidFill>
                  <a:srgbClr val="73838A"/>
                </a:solidFill>
              </a:defRPr>
            </a:lvl2pPr>
            <a:lvl3pPr algn="l">
              <a:buNone/>
              <a:defRPr sz="1125">
                <a:solidFill>
                  <a:srgbClr val="73838A"/>
                </a:solidFill>
              </a:defRPr>
            </a:lvl3pPr>
            <a:lvl4pPr algn="l">
              <a:buNone/>
              <a:defRPr sz="1125">
                <a:solidFill>
                  <a:srgbClr val="73838A"/>
                </a:solidFill>
              </a:defRPr>
            </a:lvl4pPr>
            <a:lvl5pPr algn="l">
              <a:buNone/>
              <a:defRPr sz="1125">
                <a:solidFill>
                  <a:srgbClr val="73838A"/>
                </a:solidFill>
              </a:defRPr>
            </a:lvl5pPr>
            <a:lvl6pPr algn="l">
              <a:buNone/>
              <a:defRPr sz="1125">
                <a:solidFill>
                  <a:srgbClr val="73838A"/>
                </a:solidFill>
              </a:defRPr>
            </a:lvl6pPr>
            <a:lvl7pPr algn="l">
              <a:buNone/>
              <a:defRPr sz="1125">
                <a:solidFill>
                  <a:srgbClr val="73838A"/>
                </a:solidFill>
              </a:defRPr>
            </a:lvl7pPr>
            <a:lvl8pPr algn="l">
              <a:buNone/>
              <a:defRPr sz="1125">
                <a:solidFill>
                  <a:srgbClr val="73838A"/>
                </a:solidFill>
              </a:defRPr>
            </a:lvl8pPr>
            <a:lvl9pPr algn="l">
              <a:buNone/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buNone/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12674306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5941A-B095-47BE-841C-E04694E8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buNone/>
              <a:defRPr sz="3150">
                <a:solidFill>
                  <a:srgbClr val="173B4B"/>
                </a:solidFill>
              </a:defRPr>
            </a:lvl1pPr>
            <a:lvl2pPr algn="l">
              <a:buNone/>
              <a:defRPr sz="3150">
                <a:solidFill>
                  <a:srgbClr val="173B4B"/>
                </a:solidFill>
              </a:defRPr>
            </a:lvl2pPr>
            <a:lvl3pPr algn="l">
              <a:buNone/>
              <a:defRPr sz="3150">
                <a:solidFill>
                  <a:srgbClr val="173B4B"/>
                </a:solidFill>
              </a:defRPr>
            </a:lvl3pPr>
            <a:lvl4pPr algn="l">
              <a:buNone/>
              <a:defRPr sz="3150">
                <a:solidFill>
                  <a:srgbClr val="173B4B"/>
                </a:solidFill>
              </a:defRPr>
            </a:lvl4pPr>
            <a:lvl5pPr algn="l">
              <a:buNone/>
              <a:defRPr sz="3150">
                <a:solidFill>
                  <a:srgbClr val="173B4B"/>
                </a:solidFill>
              </a:defRPr>
            </a:lvl5pPr>
            <a:lvl6pPr algn="l">
              <a:buNone/>
              <a:defRPr sz="3150">
                <a:solidFill>
                  <a:srgbClr val="173B4B"/>
                </a:solidFill>
              </a:defRPr>
            </a:lvl6pPr>
            <a:lvl7pPr algn="l">
              <a:buNone/>
              <a:defRPr sz="3150">
                <a:solidFill>
                  <a:srgbClr val="173B4B"/>
                </a:solidFill>
              </a:defRPr>
            </a:lvl7pPr>
            <a:lvl8pPr algn="l">
              <a:buNone/>
              <a:defRPr sz="3150">
                <a:solidFill>
                  <a:srgbClr val="173B4B"/>
                </a:solidFill>
              </a:defRPr>
            </a:lvl8pPr>
            <a:lvl9pPr algn="l">
              <a:buNone/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buNone/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实际错误与能力边界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9F8E0-F9A6-4C7C-940D-BC2F5507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buNone/>
              <a:defRPr sz="2100">
                <a:solidFill>
                  <a:srgbClr val="263E4A"/>
                </a:solidFill>
              </a:defRPr>
            </a:lvl1pPr>
            <a:lvl2pPr algn="l">
              <a:buNone/>
              <a:defRPr sz="2100">
                <a:solidFill>
                  <a:srgbClr val="263E4A"/>
                </a:solidFill>
              </a:defRPr>
            </a:lvl2pPr>
            <a:lvl3pPr algn="l">
              <a:buNone/>
              <a:defRPr sz="2100">
                <a:solidFill>
                  <a:srgbClr val="263E4A"/>
                </a:solidFill>
              </a:defRPr>
            </a:lvl3pPr>
            <a:lvl4pPr algn="l">
              <a:buNone/>
              <a:defRPr sz="2100">
                <a:solidFill>
                  <a:srgbClr val="263E4A"/>
                </a:solidFill>
              </a:defRPr>
            </a:lvl4pPr>
            <a:lvl5pPr algn="l">
              <a:buNone/>
              <a:defRPr sz="2100">
                <a:solidFill>
                  <a:srgbClr val="263E4A"/>
                </a:solidFill>
              </a:defRPr>
            </a:lvl5pPr>
            <a:lvl6pPr algn="l">
              <a:buNone/>
              <a:defRPr sz="2100">
                <a:solidFill>
                  <a:srgbClr val="263E4A"/>
                </a:solidFill>
              </a:defRPr>
            </a:lvl6pPr>
            <a:lvl7pPr algn="l">
              <a:buNone/>
              <a:defRPr sz="2100">
                <a:solidFill>
                  <a:srgbClr val="263E4A"/>
                </a:solidFill>
              </a:defRPr>
            </a:lvl7pPr>
            <a:lvl8pPr algn="l">
              <a:buNone/>
              <a:defRPr sz="2100">
                <a:solidFill>
                  <a:srgbClr val="263E4A"/>
                </a:solidFill>
              </a:defRPr>
            </a:lvl8pPr>
            <a:lvl9pPr algn="l">
              <a:buNone/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部分答案命中 conv-44-qa-050：F1=0.667，候选召回=0.000。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7E532-50BB-459E-8F6A-F6EB6710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buNone/>
              <a:defRPr sz="2100">
                <a:solidFill>
                  <a:srgbClr val="263E4A"/>
                </a:solidFill>
              </a:defRPr>
            </a:lvl1pPr>
            <a:lvl2pPr algn="l">
              <a:buNone/>
              <a:defRPr sz="2100">
                <a:solidFill>
                  <a:srgbClr val="263E4A"/>
                </a:solidFill>
              </a:defRPr>
            </a:lvl2pPr>
            <a:lvl3pPr algn="l">
              <a:buNone/>
              <a:defRPr sz="2100">
                <a:solidFill>
                  <a:srgbClr val="263E4A"/>
                </a:solidFill>
              </a:defRPr>
            </a:lvl3pPr>
            <a:lvl4pPr algn="l">
              <a:buNone/>
              <a:defRPr sz="2100">
                <a:solidFill>
                  <a:srgbClr val="263E4A"/>
                </a:solidFill>
              </a:defRPr>
            </a:lvl4pPr>
            <a:lvl5pPr algn="l">
              <a:buNone/>
              <a:defRPr sz="2100">
                <a:solidFill>
                  <a:srgbClr val="263E4A"/>
                </a:solidFill>
              </a:defRPr>
            </a:lvl5pPr>
            <a:lvl6pPr algn="l">
              <a:buNone/>
              <a:defRPr sz="2100">
                <a:solidFill>
                  <a:srgbClr val="263E4A"/>
                </a:solidFill>
              </a:defRPr>
            </a:lvl6pPr>
            <a:lvl7pPr algn="l">
              <a:buNone/>
              <a:defRPr sz="2100">
                <a:solidFill>
                  <a:srgbClr val="263E4A"/>
                </a:solidFill>
              </a:defRPr>
            </a:lvl7pPr>
            <a:lvl8pPr algn="l">
              <a:buNone/>
              <a:defRPr sz="2100">
                <a:solidFill>
                  <a:srgbClr val="263E4A"/>
                </a:solidFill>
              </a:defRPr>
            </a:lvl8pPr>
            <a:lvl9pPr algn="l">
              <a:buNone/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黄金证据漏召回 conv-44-qa-058：F1=0.000，候选召回=0.000。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A4F26-23C3-4A74-A12A-1399914A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buNone/>
              <a:defRPr sz="2100">
                <a:solidFill>
                  <a:srgbClr val="263E4A"/>
                </a:solidFill>
              </a:defRPr>
            </a:lvl1pPr>
            <a:lvl2pPr algn="l">
              <a:buNone/>
              <a:defRPr sz="2100">
                <a:solidFill>
                  <a:srgbClr val="263E4A"/>
                </a:solidFill>
              </a:defRPr>
            </a:lvl2pPr>
            <a:lvl3pPr algn="l">
              <a:buNone/>
              <a:defRPr sz="2100">
                <a:solidFill>
                  <a:srgbClr val="263E4A"/>
                </a:solidFill>
              </a:defRPr>
            </a:lvl3pPr>
            <a:lvl4pPr algn="l">
              <a:buNone/>
              <a:defRPr sz="2100">
                <a:solidFill>
                  <a:srgbClr val="263E4A"/>
                </a:solidFill>
              </a:defRPr>
            </a:lvl4pPr>
            <a:lvl5pPr algn="l">
              <a:buNone/>
              <a:defRPr sz="2100">
                <a:solidFill>
                  <a:srgbClr val="263E4A"/>
                </a:solidFill>
              </a:defRPr>
            </a:lvl5pPr>
            <a:lvl6pPr algn="l">
              <a:buNone/>
              <a:defRPr sz="2100">
                <a:solidFill>
                  <a:srgbClr val="263E4A"/>
                </a:solidFill>
              </a:defRPr>
            </a:lvl6pPr>
            <a:lvl7pPr algn="l">
              <a:buNone/>
              <a:defRPr sz="2100">
                <a:solidFill>
                  <a:srgbClr val="263E4A"/>
                </a:solidFill>
              </a:defRPr>
            </a:lvl7pPr>
            <a:lvl8pPr algn="l">
              <a:buNone/>
              <a:defRPr sz="2100">
                <a:solidFill>
                  <a:srgbClr val="263E4A"/>
                </a:solidFill>
              </a:defRPr>
            </a:lvl8pPr>
            <a:lvl9pPr algn="l">
              <a:buNone/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动态拒答 conv-43-qa-001：F1=0.143，候选召回=0.500。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CB2AC-DF49-4BBF-AD2F-2D83B2DD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buNone/>
              <a:defRPr sz="1350">
                <a:solidFill>
                  <a:srgbClr val="5B737E"/>
                </a:solidFill>
              </a:defRPr>
            </a:lvl1pPr>
            <a:lvl2pPr algn="l">
              <a:buNone/>
              <a:defRPr sz="1350">
                <a:solidFill>
                  <a:srgbClr val="5B737E"/>
                </a:solidFill>
              </a:defRPr>
            </a:lvl2pPr>
            <a:lvl3pPr algn="l">
              <a:buNone/>
              <a:defRPr sz="1350">
                <a:solidFill>
                  <a:srgbClr val="5B737E"/>
                </a:solidFill>
              </a:defRPr>
            </a:lvl3pPr>
            <a:lvl4pPr algn="l">
              <a:buNone/>
              <a:defRPr sz="1350">
                <a:solidFill>
                  <a:srgbClr val="5B737E"/>
                </a:solidFill>
              </a:defRPr>
            </a:lvl4pPr>
            <a:lvl5pPr algn="l">
              <a:buNone/>
              <a:defRPr sz="1350">
                <a:solidFill>
                  <a:srgbClr val="5B737E"/>
                </a:solidFill>
              </a:defRPr>
            </a:lvl5pPr>
            <a:lvl6pPr algn="l">
              <a:buNone/>
              <a:defRPr sz="1350">
                <a:solidFill>
                  <a:srgbClr val="5B737E"/>
                </a:solidFill>
              </a:defRPr>
            </a:lvl6pPr>
            <a:lvl7pPr algn="l">
              <a:buNone/>
              <a:defRPr sz="1350">
                <a:solidFill>
                  <a:srgbClr val="5B737E"/>
                </a:solidFill>
              </a:defRPr>
            </a:lvl7pPr>
            <a:lvl8pPr algn="l">
              <a:buNone/>
              <a:defRPr sz="1350">
                <a:solidFill>
                  <a:srgbClr val="5B737E"/>
                </a:solidFill>
              </a:defRPr>
            </a:lvl8pPr>
            <a:lvl9pPr algn="l">
              <a:buNone/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buNone/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完整问题、黄金证据、预测与原因见 error-cases.json。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BA7E6-B4FE-4160-B7AE-0FBF0168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buNone/>
              <a:defRPr sz="1125">
                <a:solidFill>
                  <a:srgbClr val="73838A"/>
                </a:solidFill>
              </a:defRPr>
            </a:lvl1pPr>
            <a:lvl2pPr algn="l">
              <a:buNone/>
              <a:defRPr sz="1125">
                <a:solidFill>
                  <a:srgbClr val="73838A"/>
                </a:solidFill>
              </a:defRPr>
            </a:lvl2pPr>
            <a:lvl3pPr algn="l">
              <a:buNone/>
              <a:defRPr sz="1125">
                <a:solidFill>
                  <a:srgbClr val="73838A"/>
                </a:solidFill>
              </a:defRPr>
            </a:lvl3pPr>
            <a:lvl4pPr algn="l">
              <a:buNone/>
              <a:defRPr sz="1125">
                <a:solidFill>
                  <a:srgbClr val="73838A"/>
                </a:solidFill>
              </a:defRPr>
            </a:lvl4pPr>
            <a:lvl5pPr algn="l">
              <a:buNone/>
              <a:defRPr sz="1125">
                <a:solidFill>
                  <a:srgbClr val="73838A"/>
                </a:solidFill>
              </a:defRPr>
            </a:lvl5pPr>
            <a:lvl6pPr algn="l">
              <a:buNone/>
              <a:defRPr sz="1125">
                <a:solidFill>
                  <a:srgbClr val="73838A"/>
                </a:solidFill>
              </a:defRPr>
            </a:lvl6pPr>
            <a:lvl7pPr algn="l">
              <a:buNone/>
              <a:defRPr sz="1125">
                <a:solidFill>
                  <a:srgbClr val="73838A"/>
                </a:solidFill>
              </a:defRPr>
            </a:lvl7pPr>
            <a:lvl8pPr algn="l">
              <a:buNone/>
              <a:defRPr sz="1125">
                <a:solidFill>
                  <a:srgbClr val="73838A"/>
                </a:solidFill>
              </a:defRPr>
            </a:lvl8pPr>
            <a:lvl9pPr algn="l">
              <a:buNone/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buNone/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1670346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D0080-6909-4F32-BB8E-7277B26D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buNone/>
              <a:defRPr sz="3150">
                <a:solidFill>
                  <a:srgbClr val="173B4B"/>
                </a:solidFill>
              </a:defRPr>
            </a:lvl1pPr>
            <a:lvl2pPr algn="l">
              <a:buNone/>
              <a:defRPr sz="3150">
                <a:solidFill>
                  <a:srgbClr val="173B4B"/>
                </a:solidFill>
              </a:defRPr>
            </a:lvl2pPr>
            <a:lvl3pPr algn="l">
              <a:buNone/>
              <a:defRPr sz="3150">
                <a:solidFill>
                  <a:srgbClr val="173B4B"/>
                </a:solidFill>
              </a:defRPr>
            </a:lvl3pPr>
            <a:lvl4pPr algn="l">
              <a:buNone/>
              <a:defRPr sz="3150">
                <a:solidFill>
                  <a:srgbClr val="173B4B"/>
                </a:solidFill>
              </a:defRPr>
            </a:lvl4pPr>
            <a:lvl5pPr algn="l">
              <a:buNone/>
              <a:defRPr sz="3150">
                <a:solidFill>
                  <a:srgbClr val="173B4B"/>
                </a:solidFill>
              </a:defRPr>
            </a:lvl5pPr>
            <a:lvl6pPr algn="l">
              <a:buNone/>
              <a:defRPr sz="3150">
                <a:solidFill>
                  <a:srgbClr val="173B4B"/>
                </a:solidFill>
              </a:defRPr>
            </a:lvl6pPr>
            <a:lvl7pPr algn="l">
              <a:buNone/>
              <a:defRPr sz="3150">
                <a:solidFill>
                  <a:srgbClr val="173B4B"/>
                </a:solidFill>
              </a:defRPr>
            </a:lvl7pPr>
            <a:lvl8pPr algn="l">
              <a:buNone/>
              <a:defRPr sz="3150">
                <a:solidFill>
                  <a:srgbClr val="173B4B"/>
                </a:solidFill>
              </a:defRPr>
            </a:lvl8pPr>
            <a:lvl9pPr algn="l">
              <a:buNone/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buNone/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结论与限制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6C483-381E-4056-879A-4EA52169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buNone/>
              <a:defRPr sz="2100">
                <a:solidFill>
                  <a:srgbClr val="263E4A"/>
                </a:solidFill>
              </a:defRPr>
            </a:lvl1pPr>
            <a:lvl2pPr algn="l">
              <a:buNone/>
              <a:defRPr sz="2100">
                <a:solidFill>
                  <a:srgbClr val="263E4A"/>
                </a:solidFill>
              </a:defRPr>
            </a:lvl2pPr>
            <a:lvl3pPr algn="l">
              <a:buNone/>
              <a:defRPr sz="2100">
                <a:solidFill>
                  <a:srgbClr val="263E4A"/>
                </a:solidFill>
              </a:defRPr>
            </a:lvl3pPr>
            <a:lvl4pPr algn="l">
              <a:buNone/>
              <a:defRPr sz="2100">
                <a:solidFill>
                  <a:srgbClr val="263E4A"/>
                </a:solidFill>
              </a:defRPr>
            </a:lvl4pPr>
            <a:lvl5pPr algn="l">
              <a:buNone/>
              <a:defRPr sz="2100">
                <a:solidFill>
                  <a:srgbClr val="263E4A"/>
                </a:solidFill>
              </a:defRPr>
            </a:lvl5pPr>
            <a:lvl6pPr algn="l">
              <a:buNone/>
              <a:defRPr sz="2100">
                <a:solidFill>
                  <a:srgbClr val="263E4A"/>
                </a:solidFill>
              </a:defRPr>
            </a:lvl6pPr>
            <a:lvl7pPr algn="l">
              <a:buNone/>
              <a:defRPr sz="2100">
                <a:solidFill>
                  <a:srgbClr val="263E4A"/>
                </a:solidFill>
              </a:defRPr>
            </a:lvl7pPr>
            <a:lvl8pPr algn="l">
              <a:buNone/>
              <a:defRPr sz="2100">
                <a:solidFill>
                  <a:srgbClr val="263E4A"/>
                </a:solidFill>
              </a:defRPr>
            </a:lvl8pPr>
            <a:lvl9pPr algn="l">
              <a:buNone/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本轮留出 F1：全文 0.000，向量 0.091，动态向量 0.082。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7DB24-BAD1-4631-8341-4C1BB187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buNone/>
              <a:defRPr sz="2100">
                <a:solidFill>
                  <a:srgbClr val="263E4A"/>
                </a:solidFill>
              </a:defRPr>
            </a:lvl1pPr>
            <a:lvl2pPr algn="l">
              <a:buNone/>
              <a:defRPr sz="2100">
                <a:solidFill>
                  <a:srgbClr val="263E4A"/>
                </a:solidFill>
              </a:defRPr>
            </a:lvl2pPr>
            <a:lvl3pPr algn="l">
              <a:buNone/>
              <a:defRPr sz="2100">
                <a:solidFill>
                  <a:srgbClr val="263E4A"/>
                </a:solidFill>
              </a:defRPr>
            </a:lvl3pPr>
            <a:lvl4pPr algn="l">
              <a:buNone/>
              <a:defRPr sz="2100">
                <a:solidFill>
                  <a:srgbClr val="263E4A"/>
                </a:solidFill>
              </a:defRPr>
            </a:lvl4pPr>
            <a:lvl5pPr algn="l">
              <a:buNone/>
              <a:defRPr sz="2100">
                <a:solidFill>
                  <a:srgbClr val="263E4A"/>
                </a:solidFill>
              </a:defRPr>
            </a:lvl5pPr>
            <a:lvl6pPr algn="l">
              <a:buNone/>
              <a:defRPr sz="2100">
                <a:solidFill>
                  <a:srgbClr val="263E4A"/>
                </a:solidFill>
              </a:defRPr>
            </a:lvl6pPr>
            <a:lvl7pPr algn="l">
              <a:buNone/>
              <a:defRPr sz="2100">
                <a:solidFill>
                  <a:srgbClr val="263E4A"/>
                </a:solidFill>
              </a:defRPr>
            </a:lvl7pPr>
            <a:lvl8pPr algn="l">
              <a:buNone/>
              <a:defRPr sz="2100">
                <a:solidFill>
                  <a:srgbClr val="263E4A"/>
                </a:solidFill>
              </a:defRPr>
            </a:lvl8pPr>
            <a:lvl9pPr algn="l">
              <a:buNone/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有限规则和单跨度回答仍限制多跳、列表与通用时间语义。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70DC0-C090-449B-B7A4-A06E9EAF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buNone/>
              <a:defRPr sz="2100">
                <a:solidFill>
                  <a:srgbClr val="263E4A"/>
                </a:solidFill>
              </a:defRPr>
            </a:lvl1pPr>
            <a:lvl2pPr algn="l">
              <a:buNone/>
              <a:defRPr sz="2100">
                <a:solidFill>
                  <a:srgbClr val="263E4A"/>
                </a:solidFill>
              </a:defRPr>
            </a:lvl2pPr>
            <a:lvl3pPr algn="l">
              <a:buNone/>
              <a:defRPr sz="2100">
                <a:solidFill>
                  <a:srgbClr val="263E4A"/>
                </a:solidFill>
              </a:defRPr>
            </a:lvl3pPr>
            <a:lvl4pPr algn="l">
              <a:buNone/>
              <a:defRPr sz="2100">
                <a:solidFill>
                  <a:srgbClr val="263E4A"/>
                </a:solidFill>
              </a:defRPr>
            </a:lvl4pPr>
            <a:lvl5pPr algn="l">
              <a:buNone/>
              <a:defRPr sz="2100">
                <a:solidFill>
                  <a:srgbClr val="263E4A"/>
                </a:solidFill>
              </a:defRPr>
            </a:lvl5pPr>
            <a:lvl6pPr algn="l">
              <a:buNone/>
              <a:defRPr sz="2100">
                <a:solidFill>
                  <a:srgbClr val="263E4A"/>
                </a:solidFill>
              </a:defRPr>
            </a:lvl6pPr>
            <a:lvl7pPr algn="l">
              <a:buNone/>
              <a:defRPr sz="2100">
                <a:solidFill>
                  <a:srgbClr val="263E4A"/>
                </a:solidFill>
              </a:defRPr>
            </a:lvl7pPr>
            <a:lvl8pPr algn="l">
              <a:buNone/>
              <a:defRPr sz="2100">
                <a:solidFill>
                  <a:srgbClr val="263E4A"/>
                </a:solidFill>
              </a:defRPr>
            </a:lvl8pPr>
            <a:lvl9pPr algn="l">
              <a:buNone/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六段与划分已自主确定，动态标签仍需独立人工复核。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B708C-D81F-4604-9BA0-B53A824D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buNone/>
              <a:defRPr sz="1350">
                <a:solidFill>
                  <a:srgbClr val="5B737E"/>
                </a:solidFill>
              </a:defRPr>
            </a:lvl1pPr>
            <a:lvl2pPr algn="l">
              <a:buNone/>
              <a:defRPr sz="1350">
                <a:solidFill>
                  <a:srgbClr val="5B737E"/>
                </a:solidFill>
              </a:defRPr>
            </a:lvl2pPr>
            <a:lvl3pPr algn="l">
              <a:buNone/>
              <a:defRPr sz="1350">
                <a:solidFill>
                  <a:srgbClr val="5B737E"/>
                </a:solidFill>
              </a:defRPr>
            </a:lvl3pPr>
            <a:lvl4pPr algn="l">
              <a:buNone/>
              <a:defRPr sz="1350">
                <a:solidFill>
                  <a:srgbClr val="5B737E"/>
                </a:solidFill>
              </a:defRPr>
            </a:lvl4pPr>
            <a:lvl5pPr algn="l">
              <a:buNone/>
              <a:defRPr sz="1350">
                <a:solidFill>
                  <a:srgbClr val="5B737E"/>
                </a:solidFill>
              </a:defRPr>
            </a:lvl5pPr>
            <a:lvl6pPr algn="l">
              <a:buNone/>
              <a:defRPr sz="1350">
                <a:solidFill>
                  <a:srgbClr val="5B737E"/>
                </a:solidFill>
              </a:defRPr>
            </a:lvl6pPr>
            <a:lvl7pPr algn="l">
              <a:buNone/>
              <a:defRPr sz="1350">
                <a:solidFill>
                  <a:srgbClr val="5B737E"/>
                </a:solidFill>
              </a:defRPr>
            </a:lvl7pPr>
            <a:lvl8pPr algn="l">
              <a:buNone/>
              <a:defRPr sz="1350">
                <a:solidFill>
                  <a:srgbClr val="5B737E"/>
                </a:solidFill>
              </a:defRPr>
            </a:lvl8pPr>
            <a:lvl9pPr algn="l">
              <a:buNone/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buNone/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不作统计显著或普遍性能提升结论。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89789-55FB-4CB5-9C0B-D87F7796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buNone/>
              <a:defRPr sz="1125">
                <a:solidFill>
                  <a:srgbClr val="73838A"/>
                </a:solidFill>
              </a:defRPr>
            </a:lvl1pPr>
            <a:lvl2pPr algn="l">
              <a:buNone/>
              <a:defRPr sz="1125">
                <a:solidFill>
                  <a:srgbClr val="73838A"/>
                </a:solidFill>
              </a:defRPr>
            </a:lvl2pPr>
            <a:lvl3pPr algn="l">
              <a:buNone/>
              <a:defRPr sz="1125">
                <a:solidFill>
                  <a:srgbClr val="73838A"/>
                </a:solidFill>
              </a:defRPr>
            </a:lvl3pPr>
            <a:lvl4pPr algn="l">
              <a:buNone/>
              <a:defRPr sz="1125">
                <a:solidFill>
                  <a:srgbClr val="73838A"/>
                </a:solidFill>
              </a:defRPr>
            </a:lvl4pPr>
            <a:lvl5pPr algn="l">
              <a:buNone/>
              <a:defRPr sz="1125">
                <a:solidFill>
                  <a:srgbClr val="73838A"/>
                </a:solidFill>
              </a:defRPr>
            </a:lvl5pPr>
            <a:lvl6pPr algn="l">
              <a:buNone/>
              <a:defRPr sz="1125">
                <a:solidFill>
                  <a:srgbClr val="73838A"/>
                </a:solidFill>
              </a:defRPr>
            </a:lvl6pPr>
            <a:lvl7pPr algn="l">
              <a:buNone/>
              <a:defRPr sz="1125">
                <a:solidFill>
                  <a:srgbClr val="73838A"/>
                </a:solidFill>
              </a:defRPr>
            </a:lvl7pPr>
            <a:lvl8pPr algn="l">
              <a:buNone/>
              <a:defRPr sz="1125">
                <a:solidFill>
                  <a:srgbClr val="73838A"/>
                </a:solidFill>
              </a:defRPr>
            </a:lvl8pPr>
            <a:lvl9pPr algn="l">
              <a:buNone/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buNone/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14415994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9CB4A-C3A0-4F7C-AA48-1B8F9CC5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buNone/>
              <a:defRPr sz="3150">
                <a:solidFill>
                  <a:srgbClr val="173B4B"/>
                </a:solidFill>
              </a:defRPr>
            </a:lvl1pPr>
            <a:lvl2pPr algn="l">
              <a:buNone/>
              <a:defRPr sz="3150">
                <a:solidFill>
                  <a:srgbClr val="173B4B"/>
                </a:solidFill>
              </a:defRPr>
            </a:lvl2pPr>
            <a:lvl3pPr algn="l">
              <a:buNone/>
              <a:defRPr sz="3150">
                <a:solidFill>
                  <a:srgbClr val="173B4B"/>
                </a:solidFill>
              </a:defRPr>
            </a:lvl3pPr>
            <a:lvl4pPr algn="l">
              <a:buNone/>
              <a:defRPr sz="3150">
                <a:solidFill>
                  <a:srgbClr val="173B4B"/>
                </a:solidFill>
              </a:defRPr>
            </a:lvl4pPr>
            <a:lvl5pPr algn="l">
              <a:buNone/>
              <a:defRPr sz="3150">
                <a:solidFill>
                  <a:srgbClr val="173B4B"/>
                </a:solidFill>
              </a:defRPr>
            </a:lvl5pPr>
            <a:lvl6pPr algn="l">
              <a:buNone/>
              <a:defRPr sz="3150">
                <a:solidFill>
                  <a:srgbClr val="173B4B"/>
                </a:solidFill>
              </a:defRPr>
            </a:lvl6pPr>
            <a:lvl7pPr algn="l">
              <a:buNone/>
              <a:defRPr sz="3150">
                <a:solidFill>
                  <a:srgbClr val="173B4B"/>
                </a:solidFill>
              </a:defRPr>
            </a:lvl7pPr>
            <a:lvl8pPr algn="l">
              <a:buNone/>
              <a:defRPr sz="3150">
                <a:solidFill>
                  <a:srgbClr val="173B4B"/>
                </a:solidFill>
              </a:defRPr>
            </a:lvl8pPr>
            <a:lvl9pPr algn="l">
              <a:buNone/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buNone/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复现与最终材料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EA001-8510-4693-8B68-BC6B2DC13EF3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21508"/>
                <a:gridCol w="3570732"/>
                <a:gridCol w="4328160"/>
              </a:tblGrid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规格与设计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docs/m3、docs/m4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 与可编辑 Markdown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报告与展示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docs/m5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真实结果、PPTX、讲稿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应用与实验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src、run.bat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首次下载后离线推理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来源与过程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data、results、process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数据哈希、逐题文件、原纪要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2B346-060D-4F21-B0BB-2972C418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buNone/>
              <a:defRPr sz="1350">
                <a:solidFill>
                  <a:srgbClr val="5B737E"/>
                </a:solidFill>
              </a:defRPr>
            </a:lvl1pPr>
            <a:lvl2pPr algn="l">
              <a:buNone/>
              <a:defRPr sz="1350">
                <a:solidFill>
                  <a:srgbClr val="5B737E"/>
                </a:solidFill>
              </a:defRPr>
            </a:lvl2pPr>
            <a:lvl3pPr algn="l">
              <a:buNone/>
              <a:defRPr sz="1350">
                <a:solidFill>
                  <a:srgbClr val="5B737E"/>
                </a:solidFill>
              </a:defRPr>
            </a:lvl3pPr>
            <a:lvl4pPr algn="l">
              <a:buNone/>
              <a:defRPr sz="1350">
                <a:solidFill>
                  <a:srgbClr val="5B737E"/>
                </a:solidFill>
              </a:defRPr>
            </a:lvl4pPr>
            <a:lvl5pPr algn="l">
              <a:buNone/>
              <a:defRPr sz="1350">
                <a:solidFill>
                  <a:srgbClr val="5B737E"/>
                </a:solidFill>
              </a:defRPr>
            </a:lvl5pPr>
            <a:lvl6pPr algn="l">
              <a:buNone/>
              <a:defRPr sz="1350">
                <a:solidFill>
                  <a:srgbClr val="5B737E"/>
                </a:solidFill>
              </a:defRPr>
            </a:lvl6pPr>
            <a:lvl7pPr algn="l">
              <a:buNone/>
              <a:defRPr sz="1350">
                <a:solidFill>
                  <a:srgbClr val="5B737E"/>
                </a:solidFill>
              </a:defRPr>
            </a:lvl7pPr>
            <a:lvl8pPr algn="l">
              <a:buNone/>
              <a:defRPr sz="1350">
                <a:solidFill>
                  <a:srgbClr val="5B737E"/>
                </a:solidFill>
              </a:defRPr>
            </a:lvl8pPr>
            <a:lvl9pPr algn="l">
              <a:buNone/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buNone/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成员评审、课堂展示与提交回执由真实活动形成。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220FA-CA21-41BD-8C37-57C9A628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buNone/>
              <a:defRPr sz="1125">
                <a:solidFill>
                  <a:srgbClr val="73838A"/>
                </a:solidFill>
              </a:defRPr>
            </a:lvl1pPr>
            <a:lvl2pPr algn="l">
              <a:buNone/>
              <a:defRPr sz="1125">
                <a:solidFill>
                  <a:srgbClr val="73838A"/>
                </a:solidFill>
              </a:defRPr>
            </a:lvl2pPr>
            <a:lvl3pPr algn="l">
              <a:buNone/>
              <a:defRPr sz="1125">
                <a:solidFill>
                  <a:srgbClr val="73838A"/>
                </a:solidFill>
              </a:defRPr>
            </a:lvl3pPr>
            <a:lvl4pPr algn="l">
              <a:buNone/>
              <a:defRPr sz="1125">
                <a:solidFill>
                  <a:srgbClr val="73838A"/>
                </a:solidFill>
              </a:defRPr>
            </a:lvl4pPr>
            <a:lvl5pPr algn="l">
              <a:buNone/>
              <a:defRPr sz="1125">
                <a:solidFill>
                  <a:srgbClr val="73838A"/>
                </a:solidFill>
              </a:defRPr>
            </a:lvl5pPr>
            <a:lvl6pPr algn="l">
              <a:buNone/>
              <a:defRPr sz="1125">
                <a:solidFill>
                  <a:srgbClr val="73838A"/>
                </a:solidFill>
              </a:defRPr>
            </a:lvl6pPr>
            <a:lvl7pPr algn="l">
              <a:buNone/>
              <a:defRPr sz="1125">
                <a:solidFill>
                  <a:srgbClr val="73838A"/>
                </a:solidFill>
              </a:defRPr>
            </a:lvl7pPr>
            <a:lvl8pPr algn="l">
              <a:buNone/>
              <a:defRPr sz="1125">
                <a:solidFill>
                  <a:srgbClr val="73838A"/>
                </a:solidFill>
              </a:defRPr>
            </a:lvl8pPr>
            <a:lvl9pPr algn="l">
              <a:buNone/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buNone/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2134352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2026-10-22T06:19:09.6210000Z</dcterms:created>
  <dcterms:modified xsi:type="dcterms:W3CDTF">2026-10-22T06:19:09.6210000Z</dcterms:modified>
</coreProperties>
</file>